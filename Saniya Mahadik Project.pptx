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58" r:id="rId2"/>
    <p:sldId id="257" r:id="rId3"/>
    <p:sldId id="259" r:id="rId4"/>
    <p:sldId id="260" r:id="rId5"/>
    <p:sldId id="261" r:id="rId6"/>
    <p:sldId id="262" r:id="rId7"/>
    <p:sldId id="263" r:id="rId8"/>
    <p:sldId id="265" r:id="rId9"/>
    <p:sldId id="264" r:id="rId10"/>
    <p:sldId id="266" r:id="rId11"/>
    <p:sldId id="268"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20" d="100"/>
          <a:sy n="120" d="100"/>
        </p:scale>
        <p:origin x="370" y="17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48039215686274511"/>
          <c:y val="0.34795620078740158"/>
          <c:w val="0.51960784313725494"/>
          <c:h val="0.5182627952755906"/>
        </c:manualLayout>
      </c:layout>
      <c:pie3DChart>
        <c:varyColors val="1"/>
        <c:ser>
          <c:idx val="0"/>
          <c:order val="0"/>
          <c:tx>
            <c:strRef>
              <c:f>Sheet1!$B$1</c:f>
              <c:strCache>
                <c:ptCount val="1"/>
                <c:pt idx="0">
                  <c:v>Column1</c:v>
                </c:pt>
              </c:strCache>
            </c:strRef>
          </c:tx>
          <c:dPt>
            <c:idx val="0"/>
            <c:bubble3D val="0"/>
            <c:spPr>
              <a:solidFill>
                <a:schemeClr val="accent1"/>
              </a:solidFill>
              <a:ln w="25400">
                <a:solidFill>
                  <a:schemeClr val="lt1"/>
                </a:solidFill>
              </a:ln>
              <a:effectLst/>
              <a:sp3d contourW="25400">
                <a:contourClr>
                  <a:schemeClr val="lt1"/>
                </a:contourClr>
              </a:sp3d>
            </c:spPr>
          </c:dPt>
          <c:dPt>
            <c:idx val="1"/>
            <c:bubble3D val="0"/>
            <c:spPr>
              <a:solidFill>
                <a:schemeClr val="accent2"/>
              </a:solidFill>
              <a:ln w="25400">
                <a:solidFill>
                  <a:schemeClr val="lt1"/>
                </a:solidFill>
              </a:ln>
              <a:effectLst/>
              <a:sp3d contourW="25400">
                <a:contourClr>
                  <a:schemeClr val="lt1"/>
                </a:contourClr>
              </a:sp3d>
            </c:spPr>
          </c:dPt>
          <c:dPt>
            <c:idx val="2"/>
            <c:bubble3D val="0"/>
            <c:spPr>
              <a:solidFill>
                <a:schemeClr val="accent3"/>
              </a:solidFill>
              <a:ln w="25400">
                <a:solidFill>
                  <a:schemeClr val="lt1"/>
                </a:solidFill>
              </a:ln>
              <a:effectLst/>
              <a:sp3d contourW="25400">
                <a:contourClr>
                  <a:schemeClr val="lt1"/>
                </a:contourClr>
              </a:sp3d>
            </c:spPr>
          </c:dPt>
          <c:dPt>
            <c:idx val="3"/>
            <c:bubble3D val="0"/>
            <c:spPr>
              <a:solidFill>
                <a:schemeClr val="accent4"/>
              </a:solidFill>
              <a:ln w="25400">
                <a:solidFill>
                  <a:schemeClr val="lt1"/>
                </a:solidFill>
              </a:ln>
              <a:effectLst/>
              <a:sp3d contourW="25400">
                <a:contourClr>
                  <a:schemeClr val="lt1"/>
                </a:contourClr>
              </a:sp3d>
            </c:spPr>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numRef>
              <c:f>Sheet1!$A$2:$A$5</c:f>
              <c:numCache>
                <c:formatCode>General</c:formatCode>
                <c:ptCount val="4"/>
              </c:numCache>
            </c:numRef>
          </c:cat>
          <c:val>
            <c:numRef>
              <c:f>Sheet1!$B$2:$B$5</c:f>
              <c:numCache>
                <c:formatCode>General</c:formatCode>
                <c:ptCount val="4"/>
              </c:numCache>
            </c:numRef>
          </c:val>
        </c:ser>
        <c:dLbls>
          <c:dLblPos val="bestFit"/>
          <c:showLegendKey val="0"/>
          <c:showVal val="1"/>
          <c:showCatName val="0"/>
          <c:showSerName val="0"/>
          <c:showPercent val="0"/>
          <c:showBubbleSize val="0"/>
          <c:showLeaderLines val="1"/>
        </c:dLbls>
      </c:pie3DChart>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7136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3" name="Slide Image Placeholder 1"/>
          <p:cNvSpPr>
            <a:spLocks noGrp="1" noRot="1" noChangeAspect="1"/>
          </p:cNvSpPr>
          <p:nvPr>
            <p:ph type="sldImg"/>
          </p:nvPr>
        </p:nvSpPr>
        <p:spPr/>
      </p:sp>
      <p:sp>
        <p:nvSpPr>
          <p:cNvPr id="1048614" name="Notes Placeholder 2"/>
          <p:cNvSpPr>
            <a:spLocks noGrp="1"/>
          </p:cNvSpPr>
          <p:nvPr>
            <p:ph type="body" idx="1"/>
          </p:nvPr>
        </p:nvSpPr>
        <p:spPr/>
        <p:txBody>
          <a:bodyPr/>
          <a:lstStyle/>
          <a:p>
            <a:endParaRPr lang="en-US"/>
          </a:p>
        </p:txBody>
      </p:sp>
      <p:sp>
        <p:nvSpPr>
          <p:cNvPr id="1048615"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0998150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Slide Image Placeholder 1"/>
          <p:cNvSpPr>
            <a:spLocks noGrp="1" noRot="1" noChangeAspect="1"/>
          </p:cNvSpPr>
          <p:nvPr>
            <p:ph type="sldImg"/>
          </p:nvPr>
        </p:nvSpPr>
        <p:spPr/>
      </p:sp>
      <p:sp>
        <p:nvSpPr>
          <p:cNvPr id="1048587" name="Notes Placeholder 2"/>
          <p:cNvSpPr>
            <a:spLocks noGrp="1"/>
          </p:cNvSpPr>
          <p:nvPr>
            <p:ph type="body" idx="1"/>
          </p:nvPr>
        </p:nvSpPr>
        <p:spPr/>
        <p:txBody>
          <a:bodyPr/>
          <a:lstStyle/>
          <a:p>
            <a:endParaRPr lang="en-US"/>
          </a:p>
        </p:txBody>
      </p:sp>
      <p:sp>
        <p:nvSpPr>
          <p:cNvPr id="1048588"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4946641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8" name="Slide Image Placeholder 1"/>
          <p:cNvSpPr>
            <a:spLocks noGrp="1" noRot="1" noChangeAspect="1"/>
          </p:cNvSpPr>
          <p:nvPr>
            <p:ph type="sldImg"/>
          </p:nvPr>
        </p:nvSpPr>
        <p:spPr/>
      </p:sp>
      <p:sp>
        <p:nvSpPr>
          <p:cNvPr id="1048629" name="Notes Placeholder 2"/>
          <p:cNvSpPr>
            <a:spLocks noGrp="1"/>
          </p:cNvSpPr>
          <p:nvPr>
            <p:ph type="body" idx="1"/>
          </p:nvPr>
        </p:nvSpPr>
        <p:spPr/>
        <p:txBody>
          <a:bodyPr/>
          <a:lstStyle/>
          <a:p>
            <a:endParaRPr lang="en-US"/>
          </a:p>
        </p:txBody>
      </p:sp>
      <p:sp>
        <p:nvSpPr>
          <p:cNvPr id="1048630"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0141083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1" name="Slide Image Placeholder 1"/>
          <p:cNvSpPr>
            <a:spLocks noGrp="1" noRot="1" noChangeAspect="1"/>
          </p:cNvSpPr>
          <p:nvPr>
            <p:ph type="sldImg"/>
          </p:nvPr>
        </p:nvSpPr>
        <p:spPr/>
      </p:sp>
      <p:sp>
        <p:nvSpPr>
          <p:cNvPr id="1048642" name="Notes Placeholder 2"/>
          <p:cNvSpPr>
            <a:spLocks noGrp="1"/>
          </p:cNvSpPr>
          <p:nvPr>
            <p:ph type="body" idx="1"/>
          </p:nvPr>
        </p:nvSpPr>
        <p:spPr/>
        <p:txBody>
          <a:bodyPr/>
          <a:lstStyle/>
          <a:p>
            <a:endParaRPr lang="en-US"/>
          </a:p>
        </p:txBody>
      </p:sp>
      <p:sp>
        <p:nvSpPr>
          <p:cNvPr id="1048643"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1089768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0" name="Slide Image Placeholder 1"/>
          <p:cNvSpPr>
            <a:spLocks noGrp="1" noRot="1" noChangeAspect="1"/>
          </p:cNvSpPr>
          <p:nvPr>
            <p:ph type="sldImg"/>
          </p:nvPr>
        </p:nvSpPr>
        <p:spPr/>
      </p:sp>
      <p:sp>
        <p:nvSpPr>
          <p:cNvPr id="1048651" name="Notes Placeholder 2"/>
          <p:cNvSpPr>
            <a:spLocks noGrp="1"/>
          </p:cNvSpPr>
          <p:nvPr>
            <p:ph type="body" idx="1"/>
          </p:nvPr>
        </p:nvSpPr>
        <p:spPr/>
        <p:txBody>
          <a:bodyPr/>
          <a:lstStyle/>
          <a:p>
            <a:endParaRPr lang="en-US"/>
          </a:p>
        </p:txBody>
      </p:sp>
      <p:sp>
        <p:nvSpPr>
          <p:cNvPr id="1048652"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3022181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3" name="Slide Image Placeholder 1"/>
          <p:cNvSpPr>
            <a:spLocks noGrp="1" noRot="1" noChangeAspect="1"/>
          </p:cNvSpPr>
          <p:nvPr>
            <p:ph type="sldImg"/>
          </p:nvPr>
        </p:nvSpPr>
        <p:spPr/>
      </p:sp>
      <p:sp>
        <p:nvSpPr>
          <p:cNvPr id="1048674" name="Notes Placeholder 2"/>
          <p:cNvSpPr>
            <a:spLocks noGrp="1"/>
          </p:cNvSpPr>
          <p:nvPr>
            <p:ph type="body" idx="1"/>
          </p:nvPr>
        </p:nvSpPr>
        <p:spPr/>
        <p:txBody>
          <a:bodyPr/>
          <a:lstStyle/>
          <a:p>
            <a:endParaRPr lang="en-US"/>
          </a:p>
        </p:txBody>
      </p:sp>
      <p:sp>
        <p:nvSpPr>
          <p:cNvPr id="1048675"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7009500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0" name="Slide Image Placeholder 1"/>
          <p:cNvSpPr>
            <a:spLocks noGrp="1" noRot="1" noChangeAspect="1"/>
          </p:cNvSpPr>
          <p:nvPr>
            <p:ph type="sldImg"/>
          </p:nvPr>
        </p:nvSpPr>
        <p:spPr/>
      </p:sp>
      <p:sp>
        <p:nvSpPr>
          <p:cNvPr id="1048691" name="Notes Placeholder 2"/>
          <p:cNvSpPr>
            <a:spLocks noGrp="1"/>
          </p:cNvSpPr>
          <p:nvPr>
            <p:ph type="body" idx="1"/>
          </p:nvPr>
        </p:nvSpPr>
        <p:spPr/>
        <p:txBody>
          <a:bodyPr/>
          <a:lstStyle/>
          <a:p>
            <a:endParaRPr lang="en-US"/>
          </a:p>
        </p:txBody>
      </p:sp>
      <p:sp>
        <p:nvSpPr>
          <p:cNvPr id="1048692"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2059942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4" name="Slide Image Placeholder 1"/>
          <p:cNvSpPr>
            <a:spLocks noGrp="1" noRot="1" noChangeAspect="1"/>
          </p:cNvSpPr>
          <p:nvPr>
            <p:ph type="sldImg"/>
          </p:nvPr>
        </p:nvSpPr>
        <p:spPr/>
      </p:sp>
      <p:sp>
        <p:nvSpPr>
          <p:cNvPr id="1048735" name="Notes Placeholder 2"/>
          <p:cNvSpPr>
            <a:spLocks noGrp="1"/>
          </p:cNvSpPr>
          <p:nvPr>
            <p:ph type="body" idx="1"/>
          </p:nvPr>
        </p:nvSpPr>
        <p:spPr/>
        <p:txBody>
          <a:bodyPr/>
          <a:lstStyle/>
          <a:p>
            <a:endParaRPr lang="en-US"/>
          </a:p>
        </p:txBody>
      </p:sp>
      <p:sp>
        <p:nvSpPr>
          <p:cNvPr id="1048736"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9787588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3" name="Slide Image Placeholder 1"/>
          <p:cNvSpPr>
            <a:spLocks noGrp="1" noRot="1" noChangeAspect="1"/>
          </p:cNvSpPr>
          <p:nvPr>
            <p:ph type="sldImg"/>
          </p:nvPr>
        </p:nvSpPr>
        <p:spPr/>
      </p:sp>
      <p:sp>
        <p:nvSpPr>
          <p:cNvPr id="1048714" name="Notes Placeholder 2"/>
          <p:cNvSpPr>
            <a:spLocks noGrp="1"/>
          </p:cNvSpPr>
          <p:nvPr>
            <p:ph type="body" idx="1"/>
          </p:nvPr>
        </p:nvSpPr>
        <p:spPr/>
        <p:txBody>
          <a:bodyPr/>
          <a:lstStyle/>
          <a:p>
            <a:endParaRPr lang="en-US"/>
          </a:p>
        </p:txBody>
      </p:sp>
      <p:sp>
        <p:nvSpPr>
          <p:cNvPr id="1048715"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5864957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3" name="Slide Image Placeholder 1"/>
          <p:cNvSpPr>
            <a:spLocks noGrp="1" noRot="1" noChangeAspect="1"/>
          </p:cNvSpPr>
          <p:nvPr>
            <p:ph type="sldImg"/>
          </p:nvPr>
        </p:nvSpPr>
        <p:spPr/>
      </p:sp>
      <p:sp>
        <p:nvSpPr>
          <p:cNvPr id="1048754" name="Notes Placeholder 2"/>
          <p:cNvSpPr>
            <a:spLocks noGrp="1"/>
          </p:cNvSpPr>
          <p:nvPr>
            <p:ph type="body" idx="1"/>
          </p:nvPr>
        </p:nvSpPr>
        <p:spPr/>
        <p:txBody>
          <a:bodyPr/>
          <a:lstStyle/>
          <a:p>
            <a:endParaRPr lang="en-US"/>
          </a:p>
        </p:txBody>
      </p:sp>
      <p:sp>
        <p:nvSpPr>
          <p:cNvPr id="1048755"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3588348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2" name="Slide Image Placeholder 1"/>
          <p:cNvSpPr>
            <a:spLocks noGrp="1" noRot="1" noChangeAspect="1"/>
          </p:cNvSpPr>
          <p:nvPr>
            <p:ph type="sldImg"/>
          </p:nvPr>
        </p:nvSpPr>
        <p:spPr/>
      </p:sp>
      <p:sp>
        <p:nvSpPr>
          <p:cNvPr id="1048763" name="Notes Placeholder 2"/>
          <p:cNvSpPr>
            <a:spLocks noGrp="1"/>
          </p:cNvSpPr>
          <p:nvPr>
            <p:ph type="body" idx="1"/>
          </p:nvPr>
        </p:nvSpPr>
        <p:spPr/>
        <p:txBody>
          <a:bodyPr/>
          <a:lstStyle/>
          <a:p>
            <a:endParaRPr lang="en-US"/>
          </a:p>
        </p:txBody>
      </p:sp>
      <p:sp>
        <p:nvSpPr>
          <p:cNvPr id="104876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219804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notesSlide" Target="../notesSlides/notesSlide6.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slideLayout" Target="../slideLayouts/slideLayout1.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tags" Target="../tags/tag24.xml"/><Relationship Id="rId13" Type="http://schemas.openxmlformats.org/officeDocument/2006/relationships/image" Target="../media/image3.png"/><Relationship Id="rId3" Type="http://schemas.openxmlformats.org/officeDocument/2006/relationships/tags" Target="../tags/tag19.xml"/><Relationship Id="rId7" Type="http://schemas.openxmlformats.org/officeDocument/2006/relationships/tags" Target="../tags/tag23.xml"/><Relationship Id="rId12" Type="http://schemas.openxmlformats.org/officeDocument/2006/relationships/chart" Target="../charts/chart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11" Type="http://schemas.openxmlformats.org/officeDocument/2006/relationships/image" Target="../media/image2.png"/><Relationship Id="rId5" Type="http://schemas.openxmlformats.org/officeDocument/2006/relationships/tags" Target="../tags/tag21.xml"/><Relationship Id="rId10" Type="http://schemas.openxmlformats.org/officeDocument/2006/relationships/notesSlide" Target="../notesSlides/notesSlide9.xml"/><Relationship Id="rId4" Type="http://schemas.openxmlformats.org/officeDocument/2006/relationships/tags" Target="../tags/tag20.xml"/><Relationship Id="rId9"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589" name="Shape 0"/>
          <p:cNvSpPr/>
          <p:nvPr/>
        </p:nvSpPr>
        <p:spPr>
          <a:xfrm>
            <a:off x="0" y="0"/>
            <a:ext cx="9144000" cy="685800"/>
          </a:xfrm>
          <a:prstGeom prst="rect">
            <a:avLst/>
          </a:prstGeom>
          <a:solidFill>
            <a:srgbClr val="FFFFFF"/>
          </a:solidFill>
        </p:spPr>
      </p:sp>
      <p:sp>
        <p:nvSpPr>
          <p:cNvPr id="1048590" name="Shape 1"/>
          <p:cNvSpPr/>
          <p:nvPr/>
        </p:nvSpPr>
        <p:spPr>
          <a:xfrm>
            <a:off x="320040" y="91440"/>
            <a:ext cx="4572000" cy="502920"/>
          </a:xfrm>
          <a:prstGeom prst="rect">
            <a:avLst/>
          </a:prstGeom>
          <a:solidFill>
            <a:srgbClr val="FFFFFF"/>
          </a:solidFill>
          <a:ln w="12700">
            <a:solidFill>
              <a:srgbClr val="CCCCCC"/>
            </a:solidFill>
            <a:prstDash val="solid"/>
          </a:ln>
        </p:spPr>
      </p:sp>
      <p:sp>
        <p:nvSpPr>
          <p:cNvPr id="1048591" name="Text 2"/>
          <p:cNvSpPr/>
          <p:nvPr/>
        </p:nvSpPr>
        <p:spPr>
          <a:xfrm>
            <a:off x="365760" y="137160"/>
            <a:ext cx="4480560" cy="411480"/>
          </a:xfrm>
          <a:prstGeom prst="rect">
            <a:avLst/>
          </a:prstGeom>
          <a:noFill/>
        </p:spPr>
        <p:txBody>
          <a:bodyPr wrap="square" rtlCol="0" anchor="ctr"/>
          <a:lstStyle/>
          <a:p>
            <a:pPr marL="0" indent="0">
              <a:buNone/>
            </a:pPr>
            <a:r>
              <a:rPr lang="en-US" sz="950">
                <a:solidFill>
                  <a:srgbClr val="607D8B"/>
                </a:solidFill>
                <a:latin typeface="Calibri" panose="020F0502020204030204" pitchFamily="34" charset="0"/>
                <a:ea typeface="Calibri" panose="020F0502020204030204" pitchFamily="34" charset="-122"/>
                <a:cs typeface="Calibri" panose="020F0502020204030204" pitchFamily="34" charset="-120"/>
              </a:rPr>
              <a:t> LinkedIn  </a:t>
            </a:r>
            <a:r>
              <a:rPr lang="en-US" sz="950" err="1">
                <a:solidFill>
                  <a:srgbClr val="607D8B"/>
                </a:solidFill>
                <a:latin typeface="Calibri" panose="020F0502020204030204" pitchFamily="34" charset="0"/>
                <a:ea typeface="Calibri" panose="020F0502020204030204" pitchFamily="34" charset="-122"/>
                <a:cs typeface="Calibri" panose="020F0502020204030204" pitchFamily="34" charset="-120"/>
              </a:rPr>
              <a:t>Edunet</a:t>
            </a:r>
            <a:r>
              <a:rPr lang="en-US" sz="950">
                <a:solidFill>
                  <a:srgbClr val="607D8B"/>
                </a:solidFill>
                <a:latin typeface="Calibri" panose="020F0502020204030204" pitchFamily="34" charset="0"/>
                <a:ea typeface="Calibri" panose="020F0502020204030204" pitchFamily="34" charset="-122"/>
                <a:cs typeface="Calibri" panose="020F0502020204030204" pitchFamily="34" charset="-120"/>
              </a:rPr>
              <a:t>   </a:t>
            </a:r>
            <a:endParaRPr lang="en-US" sz="950"/>
          </a:p>
        </p:txBody>
      </p:sp>
      <p:sp>
        <p:nvSpPr>
          <p:cNvPr id="1048592" name="Shape 3"/>
          <p:cNvSpPr/>
          <p:nvPr/>
        </p:nvSpPr>
        <p:spPr>
          <a:xfrm>
            <a:off x="5943600" y="0"/>
            <a:ext cx="3200400" cy="5143500"/>
          </a:xfrm>
          <a:prstGeom prst="rect">
            <a:avLst/>
          </a:prstGeom>
          <a:solidFill>
            <a:srgbClr val="1B3A8A"/>
          </a:solidFill>
        </p:spPr>
      </p:sp>
      <p:sp>
        <p:nvSpPr>
          <p:cNvPr id="1048593" name="Shape 4"/>
          <p:cNvSpPr/>
          <p:nvPr/>
        </p:nvSpPr>
        <p:spPr>
          <a:xfrm>
            <a:off x="5486400" y="0"/>
            <a:ext cx="502920" cy="5143500"/>
          </a:xfrm>
          <a:prstGeom prst="rect">
            <a:avLst/>
          </a:prstGeom>
          <a:solidFill>
            <a:srgbClr val="1565C0"/>
          </a:solidFill>
        </p:spPr>
      </p:sp>
      <p:sp>
        <p:nvSpPr>
          <p:cNvPr id="1048594" name="Shape 7"/>
          <p:cNvSpPr/>
          <p:nvPr/>
        </p:nvSpPr>
        <p:spPr>
          <a:xfrm>
            <a:off x="6126480" y="3108960"/>
            <a:ext cx="2834640" cy="109728"/>
          </a:xfrm>
          <a:prstGeom prst="rect">
            <a:avLst/>
          </a:prstGeom>
          <a:solidFill>
            <a:srgbClr val="4FC3F7"/>
          </a:solidFill>
        </p:spPr>
      </p:sp>
      <p:sp>
        <p:nvSpPr>
          <p:cNvPr id="1048595" name="Shape 8"/>
          <p:cNvSpPr/>
          <p:nvPr/>
        </p:nvSpPr>
        <p:spPr>
          <a:xfrm>
            <a:off x="6400800" y="3291840"/>
            <a:ext cx="2468880" cy="109728"/>
          </a:xfrm>
          <a:prstGeom prst="rect">
            <a:avLst/>
          </a:prstGeom>
          <a:solidFill>
            <a:srgbClr val="4FC3F7"/>
          </a:solidFill>
        </p:spPr>
      </p:sp>
      <p:sp>
        <p:nvSpPr>
          <p:cNvPr id="1048596" name="Shape 9"/>
          <p:cNvSpPr/>
          <p:nvPr/>
        </p:nvSpPr>
        <p:spPr>
          <a:xfrm>
            <a:off x="6675120" y="3474720"/>
            <a:ext cx="2103120" cy="109728"/>
          </a:xfrm>
          <a:prstGeom prst="rect">
            <a:avLst/>
          </a:prstGeom>
          <a:solidFill>
            <a:srgbClr val="4FC3F7"/>
          </a:solidFill>
        </p:spPr>
      </p:sp>
      <p:sp>
        <p:nvSpPr>
          <p:cNvPr id="1048597" name="Text 10"/>
          <p:cNvSpPr/>
          <p:nvPr/>
        </p:nvSpPr>
        <p:spPr>
          <a:xfrm>
            <a:off x="320040" y="960120"/>
            <a:ext cx="5029200" cy="1463040"/>
          </a:xfrm>
          <a:prstGeom prst="rect">
            <a:avLst/>
          </a:prstGeom>
          <a:noFill/>
        </p:spPr>
        <p:txBody>
          <a:bodyPr wrap="square" rtlCol="0" anchor="ctr"/>
          <a:lstStyle/>
          <a:p>
            <a:r>
              <a:rPr lang="en-US" sz="3800" b="1" dirty="0" smtClean="0">
                <a:solidFill>
                  <a:srgbClr val="1B3A8A"/>
                </a:solidFill>
                <a:latin typeface="Calibri" panose="020F0502020204030204" pitchFamily="34" charset="0"/>
                <a:ea typeface="Calibri" panose="020F0502020204030204" pitchFamily="34" charset="-122"/>
                <a:cs typeface="Calibri" panose="020F0502020204030204" pitchFamily="34" charset="-120"/>
              </a:rPr>
              <a:t>[</a:t>
            </a:r>
            <a:r>
              <a:rPr lang="en-GB" sz="2400" b="1" dirty="0">
                <a:latin typeface="Calibri" panose="020F0502020204030204" pitchFamily="34" charset="0"/>
                <a:ea typeface="Calibri" panose="020F0502020204030204" pitchFamily="34" charset="-122"/>
                <a:cs typeface="Calibri" panose="020F0502020204030204" pitchFamily="34" charset="-120"/>
              </a:rPr>
              <a:t>Banking Customer Account Dashboard &amp; Financial Health Analysis</a:t>
            </a:r>
            <a:r>
              <a:rPr lang="en-US" sz="3800" b="1" dirty="0" smtClean="0">
                <a:solidFill>
                  <a:srgbClr val="1B3A8A"/>
                </a:solidFill>
                <a:latin typeface="Calibri" panose="020F0502020204030204" pitchFamily="34" charset="0"/>
                <a:ea typeface="Calibri" panose="020F0502020204030204" pitchFamily="34" charset="-122"/>
                <a:cs typeface="Calibri" panose="020F0502020204030204" pitchFamily="34" charset="-120"/>
              </a:rPr>
              <a:t>]</a:t>
            </a:r>
            <a:endParaRPr lang="en-US" sz="3800" dirty="0"/>
          </a:p>
        </p:txBody>
      </p:sp>
      <p:sp>
        <p:nvSpPr>
          <p:cNvPr id="1048598" name="Shape 11"/>
          <p:cNvSpPr/>
          <p:nvPr/>
        </p:nvSpPr>
        <p:spPr>
          <a:xfrm>
            <a:off x="320040" y="2578608"/>
            <a:ext cx="3840480" cy="384048"/>
          </a:xfrm>
          <a:prstGeom prst="rect">
            <a:avLst/>
          </a:prstGeom>
          <a:solidFill>
            <a:srgbClr val="1565C0"/>
          </a:solidFill>
        </p:spPr>
      </p:sp>
      <p:sp>
        <p:nvSpPr>
          <p:cNvPr id="1048599" name="Shape 12"/>
          <p:cNvSpPr/>
          <p:nvPr/>
        </p:nvSpPr>
        <p:spPr>
          <a:xfrm>
            <a:off x="4158501" y="2578608"/>
            <a:ext cx="274320" cy="384048"/>
          </a:xfrm>
          <a:prstGeom prst="rect">
            <a:avLst/>
          </a:prstGeom>
          <a:solidFill>
            <a:srgbClr val="1B3A8A"/>
          </a:solidFill>
        </p:spPr>
      </p:sp>
      <p:sp>
        <p:nvSpPr>
          <p:cNvPr id="1048600" name="Text 13"/>
          <p:cNvSpPr/>
          <p:nvPr/>
        </p:nvSpPr>
        <p:spPr>
          <a:xfrm>
            <a:off x="320040" y="2578608"/>
            <a:ext cx="3840480" cy="384048"/>
          </a:xfrm>
          <a:prstGeom prst="rect">
            <a:avLst/>
          </a:prstGeom>
          <a:noFill/>
        </p:spPr>
        <p:txBody>
          <a:bodyPr wrap="square" rtlCol="0" anchor="ctr"/>
          <a:lstStyle/>
          <a:p>
            <a:pPr marL="0" indent="0">
              <a:buNone/>
            </a:pPr>
            <a:r>
              <a:rPr lang="en-US" sz="1300" b="1" kern="0" spc="200">
                <a:solidFill>
                  <a:srgbClr val="FFFFFF"/>
                </a:solidFill>
                <a:latin typeface="Calibri" panose="020F0502020204030204" pitchFamily="34" charset="0"/>
                <a:ea typeface="Calibri" panose="020F0502020204030204" pitchFamily="34" charset="-122"/>
                <a:cs typeface="Calibri" panose="020F0502020204030204" pitchFamily="34" charset="-120"/>
              </a:rPr>
              <a:t>P R E S E N T A T I O N   2 0 2 6</a:t>
            </a:r>
            <a:endParaRPr lang="en-US" sz="1300"/>
          </a:p>
        </p:txBody>
      </p:sp>
      <p:sp>
        <p:nvSpPr>
          <p:cNvPr id="1048601" name="Shape 14"/>
          <p:cNvSpPr/>
          <p:nvPr/>
        </p:nvSpPr>
        <p:spPr>
          <a:xfrm>
            <a:off x="320040" y="3611880"/>
            <a:ext cx="411480" cy="411480"/>
          </a:xfrm>
          <a:prstGeom prst="ellipse">
            <a:avLst/>
          </a:prstGeom>
          <a:solidFill>
            <a:srgbClr val="ECEFF1"/>
          </a:solidFill>
          <a:ln w="19050">
            <a:solidFill>
              <a:srgbClr val="1B3A8A"/>
            </a:solidFill>
            <a:prstDash val="solid"/>
          </a:ln>
        </p:spPr>
      </p:sp>
      <p:sp>
        <p:nvSpPr>
          <p:cNvPr id="1048602" name="Text 15"/>
          <p:cNvSpPr/>
          <p:nvPr/>
        </p:nvSpPr>
        <p:spPr>
          <a:xfrm>
            <a:off x="320040" y="3621024"/>
            <a:ext cx="411480" cy="393192"/>
          </a:xfrm>
          <a:prstGeom prst="rect">
            <a:avLst/>
          </a:prstGeom>
          <a:noFill/>
        </p:spPr>
        <p:txBody>
          <a:bodyPr wrap="square" rtlCol="0" anchor="ctr"/>
          <a:lstStyle/>
          <a:p>
            <a:pPr marL="0" indent="0" algn="ctr">
              <a:buNone/>
            </a:pPr>
            <a:r>
              <a:rPr lang="en-US" sz="1600">
                <a:solidFill>
                  <a:srgbClr val="000000"/>
                </a:solidFill>
              </a:rPr>
              <a:t>👤</a:t>
            </a:r>
            <a:endParaRPr lang="en-US" sz="1600"/>
          </a:p>
        </p:txBody>
      </p:sp>
      <p:sp>
        <p:nvSpPr>
          <p:cNvPr id="1048603" name="Text 16"/>
          <p:cNvSpPr/>
          <p:nvPr/>
        </p:nvSpPr>
        <p:spPr>
          <a:xfrm>
            <a:off x="777240" y="3611880"/>
            <a:ext cx="1828800" cy="201168"/>
          </a:xfrm>
          <a:prstGeom prst="rect">
            <a:avLst/>
          </a:prstGeom>
          <a:noFill/>
        </p:spPr>
        <p:txBody>
          <a:bodyPr wrap="square" rtlCol="0" anchor="ctr"/>
          <a:lstStyle/>
          <a:p>
            <a:pPr marL="0" indent="0">
              <a:buNone/>
            </a:pPr>
            <a:r>
              <a:rPr lang="en-US" sz="900">
                <a:solidFill>
                  <a:srgbClr val="607D8B"/>
                </a:solidFill>
                <a:latin typeface="Calibri" panose="020F0502020204030204" pitchFamily="34" charset="0"/>
                <a:ea typeface="Calibri" panose="020F0502020204030204" pitchFamily="34" charset="-122"/>
                <a:cs typeface="Calibri" panose="020F0502020204030204" pitchFamily="34" charset="-120"/>
              </a:rPr>
              <a:t>Student Name</a:t>
            </a:r>
            <a:endParaRPr lang="en-US" sz="900"/>
          </a:p>
        </p:txBody>
      </p:sp>
      <p:sp>
        <p:nvSpPr>
          <p:cNvPr id="1048604" name="Text 17"/>
          <p:cNvSpPr/>
          <p:nvPr/>
        </p:nvSpPr>
        <p:spPr>
          <a:xfrm>
            <a:off x="777240" y="3794760"/>
            <a:ext cx="1828800" cy="228600"/>
          </a:xfrm>
          <a:prstGeom prst="rect">
            <a:avLst/>
          </a:prstGeom>
          <a:noFill/>
        </p:spPr>
        <p:txBody>
          <a:bodyPr wrap="square" rtlCol="0" anchor="ctr"/>
          <a:lstStyle/>
          <a:p>
            <a:pPr marL="0" indent="0">
              <a:buNone/>
            </a:pPr>
            <a:r>
              <a:rPr lang="en-US" sz="1100" b="1" dirty="0" smtClean="0">
                <a:solidFill>
                  <a:srgbClr val="1B3A8A"/>
                </a:solidFill>
                <a:latin typeface="Calibri" panose="020F0502020204030204" pitchFamily="34" charset="0"/>
                <a:ea typeface="Calibri" panose="020F0502020204030204" pitchFamily="34" charset="-122"/>
                <a:cs typeface="Calibri" panose="020F0502020204030204" pitchFamily="34" charset="-120"/>
              </a:rPr>
              <a:t>[</a:t>
            </a:r>
            <a:r>
              <a:rPr lang="en-US" sz="1100" b="1" dirty="0" smtClean="0">
                <a:solidFill>
                  <a:srgbClr val="1B3A8A"/>
                </a:solidFill>
                <a:latin typeface="Calibri" panose="020F0502020204030204" pitchFamily="34" charset="0"/>
                <a:ea typeface="Calibri" panose="020F0502020204030204" pitchFamily="34" charset="-122"/>
                <a:cs typeface="Calibri" panose="020F0502020204030204" pitchFamily="34" charset="-120"/>
              </a:rPr>
              <a:t>Saniya </a:t>
            </a:r>
            <a:r>
              <a:rPr lang="en-US" sz="1100" b="1" dirty="0" err="1" smtClean="0">
                <a:solidFill>
                  <a:srgbClr val="1B3A8A"/>
                </a:solidFill>
                <a:latin typeface="Calibri" panose="020F0502020204030204" pitchFamily="34" charset="0"/>
                <a:ea typeface="Calibri" panose="020F0502020204030204" pitchFamily="34" charset="-122"/>
                <a:cs typeface="Calibri" panose="020F0502020204030204" pitchFamily="34" charset="-120"/>
              </a:rPr>
              <a:t>Pradip</a:t>
            </a:r>
            <a:r>
              <a:rPr lang="en-US" sz="1100" b="1" dirty="0" smtClean="0">
                <a:solidFill>
                  <a:srgbClr val="1B3A8A"/>
                </a:solidFill>
                <a:latin typeface="Calibri" panose="020F0502020204030204" pitchFamily="34" charset="0"/>
                <a:ea typeface="Calibri" panose="020F0502020204030204" pitchFamily="34" charset="-122"/>
                <a:cs typeface="Calibri" panose="020F0502020204030204" pitchFamily="34" charset="-120"/>
              </a:rPr>
              <a:t> </a:t>
            </a:r>
            <a:r>
              <a:rPr lang="en-US" sz="1100" b="1" dirty="0" err="1" smtClean="0">
                <a:solidFill>
                  <a:srgbClr val="1B3A8A"/>
                </a:solidFill>
                <a:latin typeface="Calibri" panose="020F0502020204030204" pitchFamily="34" charset="0"/>
                <a:ea typeface="Calibri" panose="020F0502020204030204" pitchFamily="34" charset="-122"/>
                <a:cs typeface="Calibri" panose="020F0502020204030204" pitchFamily="34" charset="-120"/>
              </a:rPr>
              <a:t>Mahadik</a:t>
            </a:r>
            <a:r>
              <a:rPr lang="en-US" sz="1100" b="1" dirty="0" smtClean="0">
                <a:solidFill>
                  <a:srgbClr val="1B3A8A"/>
                </a:solidFill>
                <a:latin typeface="Calibri" panose="020F0502020204030204" pitchFamily="34" charset="0"/>
                <a:ea typeface="Calibri" panose="020F0502020204030204" pitchFamily="34" charset="-122"/>
                <a:cs typeface="Calibri" panose="020F0502020204030204" pitchFamily="34" charset="-120"/>
              </a:rPr>
              <a:t>]</a:t>
            </a:r>
            <a:endParaRPr lang="en-US" sz="1100" dirty="0"/>
          </a:p>
        </p:txBody>
      </p:sp>
      <p:sp>
        <p:nvSpPr>
          <p:cNvPr id="1048605" name="Shape 18"/>
          <p:cNvSpPr/>
          <p:nvPr/>
        </p:nvSpPr>
        <p:spPr>
          <a:xfrm>
            <a:off x="2834640" y="3611880"/>
            <a:ext cx="411480" cy="411480"/>
          </a:xfrm>
          <a:prstGeom prst="ellipse">
            <a:avLst/>
          </a:prstGeom>
          <a:solidFill>
            <a:srgbClr val="ECEFF1"/>
          </a:solidFill>
          <a:ln w="19050">
            <a:solidFill>
              <a:srgbClr val="1B3A8A"/>
            </a:solidFill>
            <a:prstDash val="solid"/>
          </a:ln>
        </p:spPr>
      </p:sp>
      <p:sp>
        <p:nvSpPr>
          <p:cNvPr id="1048606" name="Text 19"/>
          <p:cNvSpPr/>
          <p:nvPr/>
        </p:nvSpPr>
        <p:spPr>
          <a:xfrm>
            <a:off x="2834640" y="3621024"/>
            <a:ext cx="411480" cy="393192"/>
          </a:xfrm>
          <a:prstGeom prst="rect">
            <a:avLst/>
          </a:prstGeom>
          <a:noFill/>
        </p:spPr>
        <p:txBody>
          <a:bodyPr wrap="square" rtlCol="0" anchor="ctr"/>
          <a:lstStyle/>
          <a:p>
            <a:pPr marL="0" indent="0" algn="ctr">
              <a:buNone/>
            </a:pPr>
            <a:r>
              <a:rPr lang="en-US" sz="1600">
                <a:solidFill>
                  <a:srgbClr val="000000"/>
                </a:solidFill>
              </a:rPr>
              <a:t>✉</a:t>
            </a:r>
            <a:endParaRPr lang="en-US" sz="1600"/>
          </a:p>
        </p:txBody>
      </p:sp>
      <p:sp>
        <p:nvSpPr>
          <p:cNvPr id="1048607" name="Text 20"/>
          <p:cNvSpPr/>
          <p:nvPr/>
        </p:nvSpPr>
        <p:spPr>
          <a:xfrm>
            <a:off x="3291840" y="3611880"/>
            <a:ext cx="1828800" cy="201168"/>
          </a:xfrm>
          <a:prstGeom prst="rect">
            <a:avLst/>
          </a:prstGeom>
          <a:noFill/>
        </p:spPr>
        <p:txBody>
          <a:bodyPr wrap="square" rtlCol="0" anchor="ctr"/>
          <a:lstStyle/>
          <a:p>
            <a:pPr marL="0" indent="0">
              <a:buNone/>
            </a:pPr>
            <a:r>
              <a:rPr lang="en-US" sz="900">
                <a:solidFill>
                  <a:srgbClr val="607D8B"/>
                </a:solidFill>
                <a:latin typeface="Calibri" panose="020F0502020204030204" pitchFamily="34" charset="0"/>
                <a:ea typeface="Calibri" panose="020F0502020204030204" pitchFamily="34" charset="-122"/>
                <a:cs typeface="Calibri" panose="020F0502020204030204" pitchFamily="34" charset="-120"/>
              </a:rPr>
              <a:t>Student Email</a:t>
            </a:r>
            <a:endParaRPr lang="en-US" sz="900"/>
          </a:p>
        </p:txBody>
      </p:sp>
      <p:sp>
        <p:nvSpPr>
          <p:cNvPr id="1048608" name="Text 21"/>
          <p:cNvSpPr/>
          <p:nvPr/>
        </p:nvSpPr>
        <p:spPr>
          <a:xfrm>
            <a:off x="3291840" y="3794760"/>
            <a:ext cx="1828800" cy="228600"/>
          </a:xfrm>
          <a:prstGeom prst="rect">
            <a:avLst/>
          </a:prstGeom>
          <a:noFill/>
        </p:spPr>
        <p:txBody>
          <a:bodyPr wrap="square" rtlCol="0" anchor="ctr"/>
          <a:lstStyle/>
          <a:p>
            <a:pPr marL="0" indent="0">
              <a:buNone/>
            </a:pPr>
            <a:r>
              <a:rPr lang="en-US" sz="1100" b="1" dirty="0" smtClean="0">
                <a:solidFill>
                  <a:srgbClr val="1B3A8A"/>
                </a:solidFill>
                <a:latin typeface="Calibri" panose="020F0502020204030204" pitchFamily="34" charset="0"/>
                <a:ea typeface="Calibri" panose="020F0502020204030204" pitchFamily="34" charset="-122"/>
                <a:cs typeface="Calibri" panose="020F0502020204030204" pitchFamily="34" charset="-120"/>
              </a:rPr>
              <a:t>[</a:t>
            </a:r>
            <a:r>
              <a:rPr lang="en-US" sz="1100" b="1" dirty="0" smtClean="0">
                <a:solidFill>
                  <a:srgbClr val="1B3A8A"/>
                </a:solidFill>
                <a:latin typeface="Calibri" panose="020F0502020204030204" pitchFamily="34" charset="0"/>
                <a:ea typeface="Calibri" panose="020F0502020204030204" pitchFamily="34" charset="-122"/>
                <a:cs typeface="Calibri" panose="020F0502020204030204" pitchFamily="34" charset="-120"/>
              </a:rPr>
              <a:t>mahadiksaniya03</a:t>
            </a:r>
            <a:r>
              <a:rPr lang="en-US" sz="1100" b="1" dirty="0" smtClean="0">
                <a:solidFill>
                  <a:srgbClr val="1B3A8A"/>
                </a:solidFill>
                <a:latin typeface="Calibri" panose="020F0502020204030204" pitchFamily="34" charset="0"/>
                <a:ea typeface="Calibri" panose="020F0502020204030204" pitchFamily="34" charset="-122"/>
                <a:cs typeface="Calibri" panose="020F0502020204030204" pitchFamily="34" charset="-120"/>
              </a:rPr>
              <a:t>@gmail.com</a:t>
            </a:r>
            <a:r>
              <a:rPr lang="en-US" sz="1100" b="1" dirty="0">
                <a:solidFill>
                  <a:srgbClr val="1B3A8A"/>
                </a:solidFill>
                <a:latin typeface="Calibri" panose="020F0502020204030204" pitchFamily="34" charset="0"/>
                <a:ea typeface="Calibri" panose="020F0502020204030204" pitchFamily="34" charset="-122"/>
                <a:cs typeface="Calibri" panose="020F0502020204030204" pitchFamily="34" charset="-120"/>
              </a:rPr>
              <a:t>]</a:t>
            </a:r>
            <a:endParaRPr lang="en-US" sz="1100" dirty="0"/>
          </a:p>
        </p:txBody>
      </p:sp>
      <p:sp>
        <p:nvSpPr>
          <p:cNvPr id="1048609" name="Shape 22"/>
          <p:cNvSpPr/>
          <p:nvPr/>
        </p:nvSpPr>
        <p:spPr>
          <a:xfrm>
            <a:off x="277722" y="4384041"/>
            <a:ext cx="411480" cy="411480"/>
          </a:xfrm>
          <a:prstGeom prst="ellipse">
            <a:avLst/>
          </a:prstGeom>
          <a:solidFill>
            <a:srgbClr val="ECEFF1"/>
          </a:solidFill>
          <a:ln w="19050">
            <a:solidFill>
              <a:srgbClr val="1B3A8A"/>
            </a:solidFill>
            <a:prstDash val="solid"/>
          </a:ln>
        </p:spPr>
      </p:sp>
      <p:sp>
        <p:nvSpPr>
          <p:cNvPr id="1048610" name="Text 23"/>
          <p:cNvSpPr/>
          <p:nvPr/>
        </p:nvSpPr>
        <p:spPr>
          <a:xfrm>
            <a:off x="277722" y="4393185"/>
            <a:ext cx="411480" cy="393192"/>
          </a:xfrm>
          <a:prstGeom prst="rect">
            <a:avLst/>
          </a:prstGeom>
          <a:noFill/>
        </p:spPr>
        <p:txBody>
          <a:bodyPr wrap="square" rtlCol="0" anchor="ctr"/>
          <a:lstStyle/>
          <a:p>
            <a:pPr marL="0" indent="0" algn="ctr">
              <a:buNone/>
            </a:pPr>
            <a:r>
              <a:rPr lang="en-US" sz="1600">
                <a:solidFill>
                  <a:srgbClr val="000000"/>
                </a:solidFill>
              </a:rPr>
              <a:t>📖</a:t>
            </a:r>
            <a:endParaRPr lang="en-US" sz="1600"/>
          </a:p>
        </p:txBody>
      </p:sp>
      <p:sp>
        <p:nvSpPr>
          <p:cNvPr id="1048611" name="Text 25"/>
          <p:cNvSpPr/>
          <p:nvPr/>
        </p:nvSpPr>
        <p:spPr>
          <a:xfrm>
            <a:off x="782333" y="4478866"/>
            <a:ext cx="1828800" cy="228600"/>
          </a:xfrm>
          <a:prstGeom prst="rect">
            <a:avLst/>
          </a:prstGeom>
          <a:noFill/>
        </p:spPr>
        <p:txBody>
          <a:bodyPr wrap="square" rtlCol="0" anchor="ctr"/>
          <a:lstStyle/>
          <a:p>
            <a:pPr marL="0" indent="0">
              <a:buNone/>
            </a:pPr>
            <a:r>
              <a:rPr lang="en-US" sz="1100" b="1" dirty="0" smtClean="0">
                <a:solidFill>
                  <a:srgbClr val="1B3A8A"/>
                </a:solidFill>
                <a:latin typeface="Calibri" panose="020F0502020204030204" pitchFamily="34" charset="0"/>
                <a:ea typeface="Calibri" panose="020F0502020204030204" pitchFamily="34" charset="-122"/>
                <a:cs typeface="Calibri" panose="020F0502020204030204" pitchFamily="34" charset="-120"/>
              </a:rPr>
              <a:t>[</a:t>
            </a:r>
            <a:r>
              <a:rPr lang="en-US" sz="1100" b="1" dirty="0" err="1" smtClean="0">
                <a:solidFill>
                  <a:srgbClr val="1B3A8A"/>
                </a:solidFill>
                <a:latin typeface="Calibri" panose="020F0502020204030204" pitchFamily="34" charset="0"/>
                <a:ea typeface="Calibri" panose="020F0502020204030204" pitchFamily="34" charset="-122"/>
                <a:cs typeface="Calibri" panose="020F0502020204030204" pitchFamily="34" charset="-120"/>
              </a:rPr>
              <a:t>Bharthi</a:t>
            </a:r>
            <a:r>
              <a:rPr lang="en-US" sz="1100" b="1" dirty="0" smtClean="0">
                <a:solidFill>
                  <a:srgbClr val="1B3A8A"/>
                </a:solidFill>
                <a:latin typeface="Calibri" panose="020F0502020204030204" pitchFamily="34" charset="0"/>
                <a:ea typeface="Calibri" panose="020F0502020204030204" pitchFamily="34" charset="-122"/>
                <a:cs typeface="Calibri" panose="020F0502020204030204" pitchFamily="34" charset="-120"/>
              </a:rPr>
              <a:t> Raja</a:t>
            </a:r>
            <a:r>
              <a:rPr lang="en-US" sz="1100" b="1" dirty="0" smtClean="0">
                <a:solidFill>
                  <a:srgbClr val="1B3A8A"/>
                </a:solidFill>
                <a:latin typeface="Calibri" panose="020F0502020204030204" pitchFamily="34" charset="0"/>
                <a:ea typeface="Calibri" panose="020F0502020204030204" pitchFamily="34" charset="-122"/>
                <a:cs typeface="Calibri" panose="020F0502020204030204" pitchFamily="34" charset="-120"/>
              </a:rPr>
              <a:t>]</a:t>
            </a:r>
            <a:endParaRPr lang="en-US" sz="1100" dirty="0"/>
          </a:p>
        </p:txBody>
      </p:sp>
      <p:sp>
        <p:nvSpPr>
          <p:cNvPr id="1048612" name="Shape 26"/>
          <p:cNvSpPr/>
          <p:nvPr/>
        </p:nvSpPr>
        <p:spPr>
          <a:xfrm>
            <a:off x="0" y="4983480"/>
            <a:ext cx="9144000" cy="160020"/>
          </a:xfrm>
          <a:prstGeom prst="rect">
            <a:avLst/>
          </a:prstGeom>
          <a:solidFill>
            <a:srgbClr val="1B3A8A"/>
          </a:solid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576" name="Shape 0"/>
          <p:cNvSpPr/>
          <p:nvPr/>
        </p:nvSpPr>
        <p:spPr>
          <a:xfrm>
            <a:off x="0" y="57150"/>
            <a:ext cx="9144000" cy="502920"/>
          </a:xfrm>
          <a:prstGeom prst="rect">
            <a:avLst/>
          </a:prstGeom>
          <a:solidFill>
            <a:srgbClr val="1B3A8A"/>
          </a:solidFill>
        </p:spPr>
      </p:sp>
      <p:sp>
        <p:nvSpPr>
          <p:cNvPr id="1048577" name="Text 1"/>
          <p:cNvSpPr/>
          <p:nvPr/>
        </p:nvSpPr>
        <p:spPr>
          <a:xfrm>
            <a:off x="7772400" y="45720"/>
            <a:ext cx="1280160" cy="411480"/>
          </a:xfrm>
          <a:prstGeom prst="rect">
            <a:avLst/>
          </a:prstGeom>
          <a:noFill/>
        </p:spPr>
        <p:txBody>
          <a:bodyPr wrap="square" rtlCol="0" anchor="ctr"/>
          <a:lstStyle/>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edunet</a:t>
            </a:r>
            <a:endParaRPr lang="en-US" sz="800"/>
          </a:p>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foundation</a:t>
            </a:r>
            <a:endParaRPr lang="en-US" sz="800"/>
          </a:p>
        </p:txBody>
      </p:sp>
      <p:sp>
        <p:nvSpPr>
          <p:cNvPr id="1048578" name="Text 2"/>
          <p:cNvSpPr/>
          <p:nvPr/>
        </p:nvSpPr>
        <p:spPr>
          <a:xfrm>
            <a:off x="320040" y="621792"/>
            <a:ext cx="8229600" cy="438912"/>
          </a:xfrm>
          <a:prstGeom prst="rect">
            <a:avLst/>
          </a:prstGeom>
          <a:noFill/>
        </p:spPr>
        <p:txBody>
          <a:bodyPr wrap="square" rtlCol="0" anchor="ctr"/>
          <a:lstStyle/>
          <a:p>
            <a:pPr marL="0" indent="0">
              <a:buNone/>
            </a:pPr>
            <a:r>
              <a:rPr lang="en-US" sz="2200" b="1">
                <a:solidFill>
                  <a:srgbClr val="1B3A8A"/>
                </a:solidFill>
                <a:latin typeface="Calibri" panose="020F0502020204030204" pitchFamily="34" charset="0"/>
                <a:ea typeface="Calibri" panose="020F0502020204030204" pitchFamily="34" charset="-122"/>
                <a:cs typeface="Calibri" panose="020F0502020204030204" pitchFamily="34" charset="-120"/>
              </a:rPr>
              <a:t>Abstract</a:t>
            </a:r>
            <a:endParaRPr lang="en-US" sz="2200"/>
          </a:p>
        </p:txBody>
      </p:sp>
      <p:sp>
        <p:nvSpPr>
          <p:cNvPr id="1048579" name="Shape 3"/>
          <p:cNvSpPr/>
          <p:nvPr/>
        </p:nvSpPr>
        <p:spPr>
          <a:xfrm>
            <a:off x="0" y="4983480"/>
            <a:ext cx="9144000" cy="160020"/>
          </a:xfrm>
          <a:prstGeom prst="rect">
            <a:avLst/>
          </a:prstGeom>
          <a:solidFill>
            <a:srgbClr val="1B3A8A"/>
          </a:solidFill>
        </p:spPr>
      </p:sp>
      <p:sp>
        <p:nvSpPr>
          <p:cNvPr id="1048580" name="Text 12"/>
          <p:cNvSpPr/>
          <p:nvPr/>
        </p:nvSpPr>
        <p:spPr>
          <a:xfrm>
            <a:off x="457200" y="621030"/>
            <a:ext cx="5122545" cy="3894455"/>
          </a:xfrm>
          <a:prstGeom prst="rect">
            <a:avLst/>
          </a:prstGeom>
          <a:noFill/>
        </p:spPr>
        <p:txBody>
          <a:bodyPr wrap="square" rtlCol="0" anchor="ctr"/>
          <a:lstStyle/>
          <a:p>
            <a:pPr indent="0">
              <a:buClr>
                <a:srgbClr val="4472C4"/>
              </a:buClr>
              <a:buSzPct val="110000"/>
              <a:buFont typeface="Arial" panose="020B0604020202020204" pitchFamily="34" charset="0"/>
              <a:buNone/>
            </a:pPr>
            <a:endParaRPr lang="en-US" sz="1300"/>
          </a:p>
        </p:txBody>
      </p:sp>
      <p:sp>
        <p:nvSpPr>
          <p:cNvPr id="1048581" name="Text 13"/>
          <p:cNvSpPr/>
          <p:nvPr/>
        </p:nvSpPr>
        <p:spPr>
          <a:xfrm>
            <a:off x="457200" y="1664208"/>
            <a:ext cx="4114800" cy="402336"/>
          </a:xfrm>
          <a:prstGeom prst="rect">
            <a:avLst/>
          </a:prstGeom>
          <a:noFill/>
        </p:spPr>
        <p:txBody>
          <a:bodyPr wrap="square" rtlCol="0" anchor="ctr"/>
          <a:lstStyle/>
          <a:p>
            <a:pPr marL="0" indent="0">
              <a:buNone/>
            </a:pPr>
            <a:endParaRPr lang="en-US" sz="1300"/>
          </a:p>
        </p:txBody>
      </p:sp>
      <p:sp>
        <p:nvSpPr>
          <p:cNvPr id="1048582" name="Text 14"/>
          <p:cNvSpPr/>
          <p:nvPr/>
        </p:nvSpPr>
        <p:spPr>
          <a:xfrm>
            <a:off x="838200" y="2093341"/>
            <a:ext cx="4114800" cy="402336"/>
          </a:xfrm>
          <a:prstGeom prst="rect">
            <a:avLst/>
          </a:prstGeom>
          <a:noFill/>
        </p:spPr>
        <p:txBody>
          <a:bodyPr wrap="square" rtlCol="0" anchor="ctr"/>
          <a:lstStyle/>
          <a:p>
            <a:pPr marL="0" indent="0">
              <a:buNone/>
            </a:pPr>
            <a:r>
              <a:rPr lang="en-US" sz="1300">
                <a:solidFill>
                  <a:srgbClr val="1A1A2E"/>
                </a:solidFill>
                <a:latin typeface="Calibri" panose="020F0502020204030204" pitchFamily="34" charset="0"/>
                <a:ea typeface="Calibri" panose="020F0502020204030204" pitchFamily="34" charset="-122"/>
                <a:cs typeface="Calibri" panose="020F0502020204030204" pitchFamily="34" charset="-120"/>
              </a:rPr>
              <a:t>.</a:t>
            </a:r>
            <a:endParaRPr lang="en-US" sz="1300"/>
          </a:p>
        </p:txBody>
      </p:sp>
      <p:sp>
        <p:nvSpPr>
          <p:cNvPr id="1048583" name="Text 15"/>
          <p:cNvSpPr/>
          <p:nvPr/>
        </p:nvSpPr>
        <p:spPr>
          <a:xfrm>
            <a:off x="457200" y="2523744"/>
            <a:ext cx="4114800" cy="402336"/>
          </a:xfrm>
          <a:prstGeom prst="rect">
            <a:avLst/>
          </a:prstGeom>
          <a:noFill/>
        </p:spPr>
        <p:txBody>
          <a:bodyPr wrap="square" rtlCol="0" anchor="ctr"/>
          <a:lstStyle/>
          <a:p>
            <a:pPr marL="0" indent="0">
              <a:buNone/>
            </a:pPr>
            <a:r>
              <a:rPr lang="en-US" sz="1300">
                <a:solidFill>
                  <a:srgbClr val="1A1A2E"/>
                </a:solidFill>
                <a:latin typeface="Calibri" panose="020F0502020204030204" pitchFamily="34" charset="0"/>
                <a:ea typeface="Calibri" panose="020F0502020204030204" pitchFamily="34" charset="-122"/>
                <a:cs typeface="Calibri" panose="020F0502020204030204" pitchFamily="34" charset="-120"/>
              </a:rPr>
              <a:t>.</a:t>
            </a:r>
            <a:endParaRPr lang="en-US" sz="1300"/>
          </a:p>
        </p:txBody>
      </p:sp>
      <p:sp>
        <p:nvSpPr>
          <p:cNvPr id="1048584" name="Text 16"/>
          <p:cNvSpPr/>
          <p:nvPr/>
        </p:nvSpPr>
        <p:spPr>
          <a:xfrm>
            <a:off x="457200" y="1259840"/>
            <a:ext cx="3830955" cy="2096135"/>
          </a:xfrm>
          <a:prstGeom prst="rect">
            <a:avLst/>
          </a:prstGeom>
          <a:noFill/>
        </p:spPr>
        <p:txBody>
          <a:bodyPr wrap="square" rtlCol="0" anchor="ctr"/>
          <a:lstStyle/>
          <a:p>
            <a:pPr marL="0" indent="0" algn="l">
              <a:buNone/>
            </a:pPr>
            <a:r>
              <a:rPr lang="en-US" sz="1300">
                <a:solidFill>
                  <a:srgbClr val="1A1A2E"/>
                </a:solidFill>
                <a:latin typeface="Calibri" panose="020F0502020204030204" pitchFamily="34" charset="0"/>
                <a:ea typeface="Calibri" panose="020F0502020204030204" pitchFamily="34" charset="-122"/>
                <a:cs typeface="Calibri" panose="020F0502020204030204" pitchFamily="34" charset="-120"/>
              </a:rPr>
              <a:t>           .</a:t>
            </a:r>
            <a:endParaRPr lang="en-US" sz="1300"/>
          </a:p>
        </p:txBody>
      </p:sp>
      <p:sp>
        <p:nvSpPr>
          <p:cNvPr id="1048585" name="Text Box 5"/>
          <p:cNvSpPr txBox="1"/>
          <p:nvPr/>
        </p:nvSpPr>
        <p:spPr>
          <a:xfrm>
            <a:off x="381000" y="1276350"/>
            <a:ext cx="4728210" cy="3239135"/>
          </a:xfrm>
          <a:prstGeom prst="rect">
            <a:avLst/>
          </a:prstGeom>
          <a:noFill/>
        </p:spPr>
        <p:txBody>
          <a:bodyPr wrap="square" rtlCol="0" anchor="t">
            <a:noAutofit/>
          </a:bodyPr>
          <a:lstStyle/>
          <a:p>
            <a:pPr marL="285750" indent="-285750">
              <a:buClr>
                <a:srgbClr val="4472C4"/>
              </a:buClr>
              <a:buFont typeface="Arial" panose="020B0604020202020204" pitchFamily="34" charset="0"/>
              <a:buChar char="•"/>
            </a:pPr>
            <a:r>
              <a:rPr lang="en-US" altLang="en-US" sz="1600"/>
              <a:t>This project focuses on analyzing banking customer account data to understand financial behavior. </a:t>
            </a:r>
          </a:p>
          <a:p>
            <a:pPr marL="285750" indent="-285750">
              <a:buClr>
                <a:srgbClr val="4472C4"/>
              </a:buClr>
              <a:buFont typeface="Arial" panose="020B0604020202020204" pitchFamily="34" charset="0"/>
              <a:buChar char="•"/>
            </a:pPr>
            <a:r>
              <a:rPr lang="en-US" altLang="en-US" sz="1600"/>
              <a:t>It helps in monitoring key factors like income, expenses, savings, and transaction patterns.</a:t>
            </a:r>
          </a:p>
          <a:p>
            <a:pPr marL="285750" indent="-285750">
              <a:buClr>
                <a:srgbClr val="4472C4"/>
              </a:buClr>
              <a:buFont typeface="Arial" panose="020B0604020202020204" pitchFamily="34" charset="0"/>
              <a:buChar char="•"/>
            </a:pPr>
            <a:r>
              <a:rPr lang="en-US" altLang="en-US" sz="1600"/>
              <a:t> The data is collected, cleaned, and processed to generate meaningful insights. </a:t>
            </a:r>
          </a:p>
          <a:p>
            <a:pPr marL="285750" indent="-285750">
              <a:buClr>
                <a:srgbClr val="4472C4"/>
              </a:buClr>
              <a:buFont typeface="Arial" panose="020B0604020202020204" pitchFamily="34" charset="0"/>
              <a:buChar char="•"/>
            </a:pPr>
            <a:r>
              <a:rPr lang="en-US" altLang="en-US" sz="1600"/>
              <a:t>Interactive dashboards are created to display account balance trends and spending habits.</a:t>
            </a:r>
          </a:p>
          <a:p>
            <a:pPr marL="285750" indent="-285750">
              <a:buClr>
                <a:srgbClr val="4472C4"/>
              </a:buClr>
              <a:buFont typeface="Arial" panose="020B0604020202020204" pitchFamily="34" charset="0"/>
              <a:buChar char="•"/>
            </a:pPr>
            <a:r>
              <a:rPr lang="en-US" altLang="en-US" sz="1600"/>
              <a:t> The project helps identify financial risks and opportunities for better money management. </a:t>
            </a:r>
          </a:p>
          <a:p>
            <a:pPr marL="285750" indent="-285750">
              <a:buClr>
                <a:srgbClr val="4472C4"/>
              </a:buClr>
              <a:buFont typeface="Arial" panose="020B0604020202020204" pitchFamily="34" charset="0"/>
              <a:buChar char="•"/>
            </a:pPr>
            <a:r>
              <a:rPr lang="en-US" altLang="en-US" sz="1600"/>
              <a:t>The system supports better decision-making for customers and banks. Overall, the project simplifies complex financial data into easy-to-understand visuals and insights.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616" name="Shape 0"/>
          <p:cNvSpPr/>
          <p:nvPr/>
        </p:nvSpPr>
        <p:spPr>
          <a:xfrm>
            <a:off x="0" y="0"/>
            <a:ext cx="9144000" cy="502920"/>
          </a:xfrm>
          <a:prstGeom prst="rect">
            <a:avLst/>
          </a:prstGeom>
          <a:solidFill>
            <a:srgbClr val="1B3A8A"/>
          </a:solidFill>
        </p:spPr>
      </p:sp>
      <p:sp>
        <p:nvSpPr>
          <p:cNvPr id="1048617" name="Text 1"/>
          <p:cNvSpPr/>
          <p:nvPr/>
        </p:nvSpPr>
        <p:spPr>
          <a:xfrm>
            <a:off x="7772400" y="45720"/>
            <a:ext cx="1280160" cy="411480"/>
          </a:xfrm>
          <a:prstGeom prst="rect">
            <a:avLst/>
          </a:prstGeom>
          <a:noFill/>
        </p:spPr>
        <p:txBody>
          <a:bodyPr wrap="square" rtlCol="0" anchor="ctr"/>
          <a:lstStyle/>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edunet</a:t>
            </a:r>
            <a:endParaRPr lang="en-US" sz="800"/>
          </a:p>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foundation</a:t>
            </a:r>
            <a:endParaRPr lang="en-US" sz="800"/>
          </a:p>
        </p:txBody>
      </p:sp>
      <p:sp>
        <p:nvSpPr>
          <p:cNvPr id="1048618" name="Text 2"/>
          <p:cNvSpPr/>
          <p:nvPr/>
        </p:nvSpPr>
        <p:spPr>
          <a:xfrm>
            <a:off x="320040" y="621792"/>
            <a:ext cx="8229600" cy="438912"/>
          </a:xfrm>
          <a:prstGeom prst="rect">
            <a:avLst/>
          </a:prstGeom>
          <a:noFill/>
        </p:spPr>
        <p:txBody>
          <a:bodyPr wrap="square" rtlCol="0" anchor="ctr"/>
          <a:lstStyle/>
          <a:p>
            <a:pPr marL="0" indent="0">
              <a:buNone/>
            </a:pPr>
            <a:r>
              <a:rPr lang="en-US" sz="2200" b="1">
                <a:solidFill>
                  <a:srgbClr val="1B3A8A"/>
                </a:solidFill>
                <a:latin typeface="Calibri" panose="020F0502020204030204" pitchFamily="34" charset="0"/>
                <a:ea typeface="Calibri" panose="020F0502020204030204" pitchFamily="34" charset="-122"/>
                <a:cs typeface="Calibri" panose="020F0502020204030204" pitchFamily="34" charset="-120"/>
              </a:rPr>
              <a:t>OUTLINE</a:t>
            </a:r>
            <a:endParaRPr lang="en-US" sz="2200"/>
          </a:p>
        </p:txBody>
      </p:sp>
      <p:sp>
        <p:nvSpPr>
          <p:cNvPr id="1048619" name="Shape 3"/>
          <p:cNvSpPr/>
          <p:nvPr/>
        </p:nvSpPr>
        <p:spPr>
          <a:xfrm>
            <a:off x="0" y="4983480"/>
            <a:ext cx="9144000" cy="160020"/>
          </a:xfrm>
          <a:prstGeom prst="rect">
            <a:avLst/>
          </a:prstGeom>
          <a:solidFill>
            <a:srgbClr val="1B3A8A"/>
          </a:solidFill>
        </p:spPr>
      </p:sp>
      <p:sp>
        <p:nvSpPr>
          <p:cNvPr id="1048620" name="Text 4"/>
          <p:cNvSpPr/>
          <p:nvPr/>
        </p:nvSpPr>
        <p:spPr>
          <a:xfrm>
            <a:off x="457200" y="1234440"/>
            <a:ext cx="4389120" cy="402336"/>
          </a:xfrm>
          <a:prstGeom prst="rect">
            <a:avLst/>
          </a:prstGeom>
          <a:noFill/>
        </p:spPr>
        <p:txBody>
          <a:bodyPr wrap="square" rtlCol="0" anchor="ctr"/>
          <a:lstStyle/>
          <a:p>
            <a:pPr marL="0" indent="0">
              <a:buNone/>
            </a:pPr>
            <a:r>
              <a:rPr lang="en-US" sz="1300" b="1">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300">
                <a:solidFill>
                  <a:srgbClr val="1A1A2E"/>
                </a:solidFill>
                <a:latin typeface="Calibri" panose="020F0502020204030204" pitchFamily="34" charset="0"/>
                <a:ea typeface="Calibri" panose="020F0502020204030204" pitchFamily="34" charset="-122"/>
                <a:cs typeface="Calibri" panose="020F0502020204030204" pitchFamily="34" charset="-120"/>
              </a:rPr>
              <a:t>Abstract of the Project</a:t>
            </a:r>
            <a:endParaRPr lang="en-US" sz="1300"/>
          </a:p>
        </p:txBody>
      </p:sp>
      <p:sp>
        <p:nvSpPr>
          <p:cNvPr id="1048621" name="Text 5"/>
          <p:cNvSpPr/>
          <p:nvPr/>
        </p:nvSpPr>
        <p:spPr>
          <a:xfrm>
            <a:off x="457200" y="1664208"/>
            <a:ext cx="4389120" cy="402336"/>
          </a:xfrm>
          <a:prstGeom prst="rect">
            <a:avLst/>
          </a:prstGeom>
          <a:noFill/>
        </p:spPr>
        <p:txBody>
          <a:bodyPr wrap="square" rtlCol="0" anchor="ctr"/>
          <a:lstStyle/>
          <a:p>
            <a:pPr marL="0" indent="0">
              <a:buNone/>
            </a:pPr>
            <a:r>
              <a:rPr lang="en-US" sz="1300" b="1">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300">
                <a:solidFill>
                  <a:srgbClr val="1A1A2E"/>
                </a:solidFill>
                <a:latin typeface="Calibri" panose="020F0502020204030204" pitchFamily="34" charset="0"/>
                <a:ea typeface="Calibri" panose="020F0502020204030204" pitchFamily="34" charset="-122"/>
                <a:cs typeface="Calibri" panose="020F0502020204030204" pitchFamily="34" charset="-120"/>
              </a:rPr>
              <a:t>Problem Statement</a:t>
            </a:r>
            <a:endParaRPr lang="en-US" sz="1300"/>
          </a:p>
        </p:txBody>
      </p:sp>
      <p:sp>
        <p:nvSpPr>
          <p:cNvPr id="1048622" name="Text 6"/>
          <p:cNvSpPr/>
          <p:nvPr/>
        </p:nvSpPr>
        <p:spPr>
          <a:xfrm>
            <a:off x="457200" y="2093976"/>
            <a:ext cx="4389120" cy="402336"/>
          </a:xfrm>
          <a:prstGeom prst="rect">
            <a:avLst/>
          </a:prstGeom>
          <a:noFill/>
        </p:spPr>
        <p:txBody>
          <a:bodyPr wrap="square" rtlCol="0" anchor="ctr"/>
          <a:lstStyle/>
          <a:p>
            <a:pPr marL="0" indent="0">
              <a:buNone/>
            </a:pPr>
            <a:r>
              <a:rPr lang="en-US" sz="1300" b="1">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300">
                <a:solidFill>
                  <a:srgbClr val="1A1A2E"/>
                </a:solidFill>
                <a:latin typeface="Calibri" panose="020F0502020204030204" pitchFamily="34" charset="0"/>
                <a:ea typeface="Calibri" panose="020F0502020204030204" pitchFamily="34" charset="-122"/>
                <a:cs typeface="Calibri" panose="020F0502020204030204" pitchFamily="34" charset="-120"/>
              </a:rPr>
              <a:t>Proposed Solution</a:t>
            </a:r>
            <a:endParaRPr lang="en-US" sz="1300"/>
          </a:p>
        </p:txBody>
      </p:sp>
      <p:sp>
        <p:nvSpPr>
          <p:cNvPr id="1048623" name="Text 7"/>
          <p:cNvSpPr/>
          <p:nvPr/>
        </p:nvSpPr>
        <p:spPr>
          <a:xfrm>
            <a:off x="457200" y="2523744"/>
            <a:ext cx="4389120" cy="402336"/>
          </a:xfrm>
          <a:prstGeom prst="rect">
            <a:avLst/>
          </a:prstGeom>
          <a:noFill/>
        </p:spPr>
        <p:txBody>
          <a:bodyPr wrap="square" rtlCol="0" anchor="ctr"/>
          <a:lstStyle/>
          <a:p>
            <a:pPr marL="0" indent="0">
              <a:buNone/>
            </a:pPr>
            <a:r>
              <a:rPr lang="en-US" sz="1300" b="1">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300">
                <a:solidFill>
                  <a:srgbClr val="1A1A2E"/>
                </a:solidFill>
                <a:latin typeface="Calibri" panose="020F0502020204030204" pitchFamily="34" charset="0"/>
                <a:ea typeface="Calibri" panose="020F0502020204030204" pitchFamily="34" charset="-122"/>
                <a:cs typeface="Calibri" panose="020F0502020204030204" pitchFamily="34" charset="-120"/>
              </a:rPr>
              <a:t>System Architecture</a:t>
            </a:r>
            <a:endParaRPr lang="en-US" sz="1300"/>
          </a:p>
        </p:txBody>
      </p:sp>
      <p:sp>
        <p:nvSpPr>
          <p:cNvPr id="1048624" name="Text 8"/>
          <p:cNvSpPr/>
          <p:nvPr/>
        </p:nvSpPr>
        <p:spPr>
          <a:xfrm>
            <a:off x="457200" y="2953512"/>
            <a:ext cx="4389120" cy="402336"/>
          </a:xfrm>
          <a:prstGeom prst="rect">
            <a:avLst/>
          </a:prstGeom>
          <a:noFill/>
        </p:spPr>
        <p:txBody>
          <a:bodyPr wrap="square" rtlCol="0" anchor="ctr"/>
          <a:lstStyle/>
          <a:p>
            <a:pPr marL="0" indent="0">
              <a:buNone/>
            </a:pPr>
            <a:r>
              <a:rPr lang="en-US" sz="1300" b="1">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300">
                <a:solidFill>
                  <a:srgbClr val="1A1A2E"/>
                </a:solidFill>
                <a:latin typeface="Calibri" panose="020F0502020204030204" pitchFamily="34" charset="0"/>
                <a:ea typeface="Calibri" panose="020F0502020204030204" pitchFamily="34" charset="-122"/>
                <a:cs typeface="Calibri" panose="020F0502020204030204" pitchFamily="34" charset="-120"/>
              </a:rPr>
              <a:t>Live Demo of the Project</a:t>
            </a:r>
            <a:endParaRPr lang="en-US" sz="1300"/>
          </a:p>
        </p:txBody>
      </p:sp>
      <p:sp>
        <p:nvSpPr>
          <p:cNvPr id="1048625" name="Text 9"/>
          <p:cNvSpPr/>
          <p:nvPr/>
        </p:nvSpPr>
        <p:spPr>
          <a:xfrm>
            <a:off x="457200" y="3383280"/>
            <a:ext cx="4389120" cy="402336"/>
          </a:xfrm>
          <a:prstGeom prst="rect">
            <a:avLst/>
          </a:prstGeom>
          <a:noFill/>
        </p:spPr>
        <p:txBody>
          <a:bodyPr wrap="square" rtlCol="0" anchor="ctr"/>
          <a:lstStyle/>
          <a:p>
            <a:pPr marL="0" indent="0">
              <a:buNone/>
            </a:pPr>
            <a:r>
              <a:rPr lang="en-US" sz="1300" b="1">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300">
                <a:solidFill>
                  <a:srgbClr val="1A1A2E"/>
                </a:solidFill>
                <a:latin typeface="Calibri" panose="020F0502020204030204" pitchFamily="34" charset="0"/>
                <a:ea typeface="Calibri" panose="020F0502020204030204" pitchFamily="34" charset="-122"/>
                <a:cs typeface="Calibri" panose="020F0502020204030204" pitchFamily="34" charset="-120"/>
              </a:rPr>
              <a:t>Embedded Video of Project</a:t>
            </a:r>
            <a:endParaRPr lang="en-US" sz="1300"/>
          </a:p>
        </p:txBody>
      </p:sp>
      <p:sp>
        <p:nvSpPr>
          <p:cNvPr id="1048626" name="Text 10"/>
          <p:cNvSpPr/>
          <p:nvPr/>
        </p:nvSpPr>
        <p:spPr>
          <a:xfrm>
            <a:off x="457200" y="3813048"/>
            <a:ext cx="4389120" cy="402336"/>
          </a:xfrm>
          <a:prstGeom prst="rect">
            <a:avLst/>
          </a:prstGeom>
          <a:noFill/>
        </p:spPr>
        <p:txBody>
          <a:bodyPr wrap="square" rtlCol="0" anchor="ctr"/>
          <a:lstStyle/>
          <a:p>
            <a:pPr marL="0" indent="0">
              <a:buNone/>
            </a:pPr>
            <a:r>
              <a:rPr lang="en-US" sz="1300" b="1">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300">
                <a:solidFill>
                  <a:srgbClr val="1A1A2E"/>
                </a:solidFill>
                <a:latin typeface="Calibri" panose="020F0502020204030204" pitchFamily="34" charset="0"/>
                <a:ea typeface="Calibri" panose="020F0502020204030204" pitchFamily="34" charset="-122"/>
                <a:cs typeface="Calibri" panose="020F0502020204030204" pitchFamily="34" charset="-120"/>
              </a:rPr>
              <a:t>Conclusion</a:t>
            </a:r>
            <a:endParaRPr lang="en-US" sz="1300"/>
          </a:p>
        </p:txBody>
      </p:sp>
      <p:sp>
        <p:nvSpPr>
          <p:cNvPr id="1048627" name="Text 11"/>
          <p:cNvSpPr/>
          <p:nvPr/>
        </p:nvSpPr>
        <p:spPr>
          <a:xfrm>
            <a:off x="457200" y="4242816"/>
            <a:ext cx="4389120" cy="402336"/>
          </a:xfrm>
          <a:prstGeom prst="rect">
            <a:avLst/>
          </a:prstGeom>
          <a:noFill/>
        </p:spPr>
        <p:txBody>
          <a:bodyPr wrap="square" rtlCol="0" anchor="ctr"/>
          <a:lstStyle/>
          <a:p>
            <a:pPr marL="0" indent="0">
              <a:buNone/>
            </a:pPr>
            <a:r>
              <a:rPr lang="en-US" sz="1300" b="1">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300">
                <a:solidFill>
                  <a:srgbClr val="1A1A2E"/>
                </a:solidFill>
                <a:latin typeface="Calibri" panose="020F0502020204030204" pitchFamily="34" charset="0"/>
                <a:ea typeface="Calibri" panose="020F0502020204030204" pitchFamily="34" charset="-122"/>
                <a:cs typeface="Calibri" panose="020F0502020204030204" pitchFamily="34" charset="-120"/>
              </a:rPr>
              <a:t>Future Scope</a:t>
            </a:r>
            <a:endParaRPr lang="en-US" sz="13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631" name="Shape 0"/>
          <p:cNvSpPr/>
          <p:nvPr/>
        </p:nvSpPr>
        <p:spPr>
          <a:xfrm>
            <a:off x="0" y="0"/>
            <a:ext cx="9144000" cy="502920"/>
          </a:xfrm>
          <a:prstGeom prst="rect">
            <a:avLst/>
          </a:prstGeom>
          <a:solidFill>
            <a:srgbClr val="1B3A8A"/>
          </a:solidFill>
        </p:spPr>
      </p:sp>
      <p:sp>
        <p:nvSpPr>
          <p:cNvPr id="1048632" name="Text 1"/>
          <p:cNvSpPr/>
          <p:nvPr/>
        </p:nvSpPr>
        <p:spPr>
          <a:xfrm>
            <a:off x="7772400" y="45720"/>
            <a:ext cx="1280160" cy="411480"/>
          </a:xfrm>
          <a:prstGeom prst="rect">
            <a:avLst/>
          </a:prstGeom>
          <a:noFill/>
        </p:spPr>
        <p:txBody>
          <a:bodyPr wrap="square" rtlCol="0" anchor="ctr"/>
          <a:lstStyle/>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edunet</a:t>
            </a:r>
            <a:endParaRPr lang="en-US" sz="800"/>
          </a:p>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foundation</a:t>
            </a:r>
            <a:endParaRPr lang="en-US" sz="800"/>
          </a:p>
        </p:txBody>
      </p:sp>
      <p:sp>
        <p:nvSpPr>
          <p:cNvPr id="1048633" name="Text 2"/>
          <p:cNvSpPr/>
          <p:nvPr/>
        </p:nvSpPr>
        <p:spPr>
          <a:xfrm>
            <a:off x="320040" y="621792"/>
            <a:ext cx="8229600" cy="438912"/>
          </a:xfrm>
          <a:prstGeom prst="rect">
            <a:avLst/>
          </a:prstGeom>
          <a:noFill/>
        </p:spPr>
        <p:txBody>
          <a:bodyPr wrap="square" rtlCol="0" anchor="ctr"/>
          <a:lstStyle/>
          <a:p>
            <a:pPr marL="0" indent="0">
              <a:buNone/>
            </a:pPr>
            <a:r>
              <a:rPr lang="en-US" sz="2200" b="1">
                <a:solidFill>
                  <a:srgbClr val="1B3A8A"/>
                </a:solidFill>
                <a:latin typeface="Calibri" panose="020F0502020204030204" pitchFamily="34" charset="0"/>
                <a:ea typeface="Calibri" panose="020F0502020204030204" pitchFamily="34" charset="-122"/>
                <a:cs typeface="Calibri" panose="020F0502020204030204" pitchFamily="34" charset="-120"/>
              </a:rPr>
              <a:t>Problem Statement</a:t>
            </a:r>
            <a:endParaRPr lang="en-US" sz="2200"/>
          </a:p>
        </p:txBody>
      </p:sp>
      <p:sp>
        <p:nvSpPr>
          <p:cNvPr id="1048634" name="Shape 3"/>
          <p:cNvSpPr/>
          <p:nvPr/>
        </p:nvSpPr>
        <p:spPr>
          <a:xfrm>
            <a:off x="0" y="4983480"/>
            <a:ext cx="9144000" cy="160020"/>
          </a:xfrm>
          <a:prstGeom prst="rect">
            <a:avLst/>
          </a:prstGeom>
          <a:solidFill>
            <a:srgbClr val="1B3A8A"/>
          </a:solidFill>
        </p:spPr>
      </p:sp>
      <p:sp>
        <p:nvSpPr>
          <p:cNvPr id="1048635" name="Text 12"/>
          <p:cNvSpPr/>
          <p:nvPr/>
        </p:nvSpPr>
        <p:spPr>
          <a:xfrm>
            <a:off x="457200" y="1234440"/>
            <a:ext cx="4114800" cy="402336"/>
          </a:xfrm>
          <a:prstGeom prst="rect">
            <a:avLst/>
          </a:prstGeom>
          <a:noFill/>
        </p:spPr>
        <p:txBody>
          <a:bodyPr wrap="square" rtlCol="0" anchor="ctr"/>
          <a:lstStyle/>
          <a:p>
            <a:pPr marL="0" indent="0">
              <a:buNone/>
            </a:pPr>
            <a:endParaRPr lang="en-US" sz="1300"/>
          </a:p>
        </p:txBody>
      </p:sp>
      <p:sp>
        <p:nvSpPr>
          <p:cNvPr id="1048636" name="Text 13"/>
          <p:cNvSpPr/>
          <p:nvPr/>
        </p:nvSpPr>
        <p:spPr>
          <a:xfrm>
            <a:off x="457200" y="1664208"/>
            <a:ext cx="4114800" cy="402336"/>
          </a:xfrm>
          <a:prstGeom prst="rect">
            <a:avLst/>
          </a:prstGeom>
          <a:noFill/>
        </p:spPr>
        <p:txBody>
          <a:bodyPr wrap="square" rtlCol="0" anchor="ctr"/>
          <a:lstStyle/>
          <a:p>
            <a:pPr marL="0" indent="0">
              <a:buNone/>
            </a:pPr>
            <a:endParaRPr lang="en-US" sz="1300"/>
          </a:p>
        </p:txBody>
      </p:sp>
      <p:sp>
        <p:nvSpPr>
          <p:cNvPr id="1048637" name="Text 14"/>
          <p:cNvSpPr/>
          <p:nvPr/>
        </p:nvSpPr>
        <p:spPr>
          <a:xfrm>
            <a:off x="457200" y="2093976"/>
            <a:ext cx="4114800" cy="402336"/>
          </a:xfrm>
          <a:prstGeom prst="rect">
            <a:avLst/>
          </a:prstGeom>
          <a:noFill/>
        </p:spPr>
        <p:txBody>
          <a:bodyPr wrap="square" rtlCol="0" anchor="ctr"/>
          <a:lstStyle/>
          <a:p>
            <a:pPr marL="0" indent="0">
              <a:buNone/>
            </a:pPr>
            <a:endParaRPr lang="en-US" sz="1300"/>
          </a:p>
        </p:txBody>
      </p:sp>
      <p:sp>
        <p:nvSpPr>
          <p:cNvPr id="1048638" name="Text 15"/>
          <p:cNvSpPr/>
          <p:nvPr/>
        </p:nvSpPr>
        <p:spPr>
          <a:xfrm>
            <a:off x="457200" y="2523744"/>
            <a:ext cx="4114800" cy="402336"/>
          </a:xfrm>
          <a:prstGeom prst="rect">
            <a:avLst/>
          </a:prstGeom>
          <a:noFill/>
        </p:spPr>
        <p:txBody>
          <a:bodyPr wrap="square" rtlCol="0" anchor="ctr"/>
          <a:lstStyle/>
          <a:p>
            <a:pPr marL="0" indent="0">
              <a:buNone/>
            </a:pPr>
            <a:r>
              <a:rPr lang="en-US" sz="1300">
                <a:solidFill>
                  <a:srgbClr val="1A1A2E"/>
                </a:solidFill>
                <a:latin typeface="Calibri" panose="020F0502020204030204" pitchFamily="34" charset="0"/>
                <a:ea typeface="Calibri" panose="020F0502020204030204" pitchFamily="34" charset="-122"/>
                <a:cs typeface="Calibri" panose="020F0502020204030204" pitchFamily="34" charset="-120"/>
              </a:rPr>
              <a:t>.</a:t>
            </a:r>
            <a:endParaRPr lang="en-US" sz="1300"/>
          </a:p>
        </p:txBody>
      </p:sp>
      <p:sp>
        <p:nvSpPr>
          <p:cNvPr id="1048639" name="Text 16"/>
          <p:cNvSpPr/>
          <p:nvPr/>
        </p:nvSpPr>
        <p:spPr>
          <a:xfrm>
            <a:off x="457200" y="2953512"/>
            <a:ext cx="4114800" cy="402336"/>
          </a:xfrm>
          <a:prstGeom prst="rect">
            <a:avLst/>
          </a:prstGeom>
          <a:noFill/>
        </p:spPr>
        <p:txBody>
          <a:bodyPr wrap="square" rtlCol="0" anchor="ctr"/>
          <a:lstStyle/>
          <a:p>
            <a:pPr marL="0" indent="0">
              <a:buNone/>
            </a:pPr>
            <a:r>
              <a:rPr lang="en-US" sz="1300">
                <a:solidFill>
                  <a:srgbClr val="1A1A2E"/>
                </a:solidFill>
                <a:latin typeface="Calibri" panose="020F0502020204030204" pitchFamily="34" charset="0"/>
                <a:ea typeface="Calibri" panose="020F0502020204030204" pitchFamily="34" charset="-122"/>
                <a:cs typeface="Calibri" panose="020F0502020204030204" pitchFamily="34" charset="-120"/>
              </a:rPr>
              <a:t>.</a:t>
            </a:r>
            <a:endParaRPr lang="en-US" sz="1300"/>
          </a:p>
        </p:txBody>
      </p:sp>
      <p:sp>
        <p:nvSpPr>
          <p:cNvPr id="1048640" name="Text Box 5"/>
          <p:cNvSpPr txBox="1"/>
          <p:nvPr/>
        </p:nvSpPr>
        <p:spPr>
          <a:xfrm>
            <a:off x="457200" y="1178560"/>
            <a:ext cx="4572000" cy="3384550"/>
          </a:xfrm>
          <a:prstGeom prst="rect">
            <a:avLst/>
          </a:prstGeom>
          <a:noFill/>
        </p:spPr>
        <p:txBody>
          <a:bodyPr wrap="square" rtlCol="0" anchor="t">
            <a:noAutofit/>
          </a:bodyPr>
          <a:lstStyle/>
          <a:p>
            <a:pPr marL="285750" indent="-285750">
              <a:buClr>
                <a:srgbClr val="4472C4"/>
              </a:buClr>
              <a:buFont typeface="Arial" panose="020B0604020202020204" pitchFamily="34" charset="0"/>
              <a:buChar char="•"/>
            </a:pPr>
            <a:r>
              <a:rPr lang="en-US" altLang="en-US"/>
              <a:t>Many banking customers do not have a clear understanding of their financial health.</a:t>
            </a:r>
          </a:p>
          <a:p>
            <a:pPr marL="285750" indent="-285750">
              <a:buClr>
                <a:srgbClr val="4472C4"/>
              </a:buClr>
              <a:buFont typeface="Arial" panose="020B0604020202020204" pitchFamily="34" charset="0"/>
              <a:buChar char="•"/>
            </a:pPr>
            <a:r>
              <a:rPr lang="en-US" altLang="en-US"/>
              <a:t> Financial data like transactions, income, and expenses are scattered and difficult to analyze. </a:t>
            </a:r>
          </a:p>
          <a:p>
            <a:pPr marL="285750" indent="-285750">
              <a:buClr>
                <a:srgbClr val="4472C4"/>
              </a:buClr>
              <a:buFont typeface="Arial" panose="020B0604020202020204" pitchFamily="34" charset="0"/>
              <a:buChar char="•"/>
            </a:pPr>
            <a:r>
              <a:rPr lang="en-US" altLang="en-US"/>
              <a:t>Traditional bank statements are complex and not user-friendly. </a:t>
            </a:r>
          </a:p>
          <a:p>
            <a:pPr marL="285750" indent="-285750">
              <a:buClr>
                <a:srgbClr val="4472C4"/>
              </a:buClr>
              <a:buFont typeface="Arial" panose="020B0604020202020204" pitchFamily="34" charset="0"/>
              <a:buChar char="•"/>
            </a:pPr>
            <a:r>
              <a:rPr lang="en-US" altLang="en-US"/>
              <a:t>Customers are unable to identify unnecessary expenses or financial risks.</a:t>
            </a:r>
          </a:p>
          <a:p>
            <a:pPr marL="285750" indent="-285750">
              <a:buClr>
                <a:srgbClr val="4472C4"/>
              </a:buClr>
              <a:buFont typeface="Arial" panose="020B0604020202020204" pitchFamily="34" charset="0"/>
              <a:buChar char="•"/>
            </a:pPr>
            <a:r>
              <a:rPr lang="en-US" altLang="en-US"/>
              <a:t>Existing systems do not provide real-time insights or personalized financial analysis</a:t>
            </a: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644" name="Shape 0"/>
          <p:cNvSpPr/>
          <p:nvPr/>
        </p:nvSpPr>
        <p:spPr>
          <a:xfrm>
            <a:off x="0" y="0"/>
            <a:ext cx="9144000" cy="502920"/>
          </a:xfrm>
          <a:prstGeom prst="rect">
            <a:avLst/>
          </a:prstGeom>
          <a:solidFill>
            <a:srgbClr val="1B3A8A"/>
          </a:solidFill>
        </p:spPr>
      </p:sp>
      <p:sp>
        <p:nvSpPr>
          <p:cNvPr id="1048645" name="Text 1"/>
          <p:cNvSpPr/>
          <p:nvPr/>
        </p:nvSpPr>
        <p:spPr>
          <a:xfrm>
            <a:off x="7772400" y="45720"/>
            <a:ext cx="1280160" cy="411480"/>
          </a:xfrm>
          <a:prstGeom prst="rect">
            <a:avLst/>
          </a:prstGeom>
          <a:noFill/>
        </p:spPr>
        <p:txBody>
          <a:bodyPr wrap="square" rtlCol="0" anchor="ctr"/>
          <a:lstStyle/>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edunet</a:t>
            </a:r>
            <a:endParaRPr lang="en-US" sz="800"/>
          </a:p>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foundation</a:t>
            </a:r>
            <a:endParaRPr lang="en-US" sz="800"/>
          </a:p>
        </p:txBody>
      </p:sp>
      <p:sp>
        <p:nvSpPr>
          <p:cNvPr id="1048646" name="Text 2"/>
          <p:cNvSpPr/>
          <p:nvPr/>
        </p:nvSpPr>
        <p:spPr>
          <a:xfrm>
            <a:off x="320040" y="621792"/>
            <a:ext cx="8229600" cy="438912"/>
          </a:xfrm>
          <a:prstGeom prst="rect">
            <a:avLst/>
          </a:prstGeom>
          <a:noFill/>
        </p:spPr>
        <p:txBody>
          <a:bodyPr wrap="square" rtlCol="0" anchor="ctr"/>
          <a:lstStyle/>
          <a:p>
            <a:pPr marL="0" indent="0">
              <a:buNone/>
            </a:pPr>
            <a:r>
              <a:rPr lang="en-US" sz="2200" b="1">
                <a:solidFill>
                  <a:srgbClr val="1B3A8A"/>
                </a:solidFill>
                <a:latin typeface="Calibri" panose="020F0502020204030204" pitchFamily="34" charset="0"/>
                <a:ea typeface="Calibri" panose="020F0502020204030204" pitchFamily="34" charset="-122"/>
                <a:cs typeface="Calibri" panose="020F0502020204030204" pitchFamily="34" charset="-120"/>
              </a:rPr>
              <a:t>Proposed Solution</a:t>
            </a:r>
            <a:endParaRPr lang="en-US" sz="2200"/>
          </a:p>
        </p:txBody>
      </p:sp>
      <p:sp>
        <p:nvSpPr>
          <p:cNvPr id="1048647" name="Shape 3"/>
          <p:cNvSpPr/>
          <p:nvPr/>
        </p:nvSpPr>
        <p:spPr>
          <a:xfrm>
            <a:off x="0" y="4983480"/>
            <a:ext cx="9144000" cy="160020"/>
          </a:xfrm>
          <a:prstGeom prst="rect">
            <a:avLst/>
          </a:prstGeom>
          <a:solidFill>
            <a:srgbClr val="1B3A8A"/>
          </a:solidFill>
        </p:spPr>
      </p:sp>
      <p:sp>
        <p:nvSpPr>
          <p:cNvPr id="1048648" name="Text 12"/>
          <p:cNvSpPr/>
          <p:nvPr/>
        </p:nvSpPr>
        <p:spPr>
          <a:xfrm>
            <a:off x="457200" y="1234440"/>
            <a:ext cx="4114800" cy="1939925"/>
          </a:xfrm>
          <a:prstGeom prst="rect">
            <a:avLst/>
          </a:prstGeom>
          <a:noFill/>
        </p:spPr>
        <p:txBody>
          <a:bodyPr wrap="square" rtlCol="0" anchor="t"/>
          <a:lstStyle/>
          <a:p>
            <a:pPr marL="0" indent="0">
              <a:buNone/>
            </a:pPr>
            <a:r>
              <a:rPr lang="en-US" altLang="en-US" sz="1300"/>
              <a:t>Develop a Banking Customer Account Dashboard to analyze financial data easily. Collect customer data such as transactions, income, expenses, and account balances. Use Excel for data cleaning and preprocessing to ensure accuracy. Apply Power BI to create interactive dashboards and visualizations. Display key metrics like total balance, monthly spending, savings, and income trends.The proposed solution is to develop a Banking Customer Account Dashboard that enables users to easily analyze and understand their financial data. The system collects important customer information such as transaction details, income, expenses, and account balances. This data is then cleaned and preprocessed using Excel to remove errors, duplicates, and missing values, ensuring accuracy and reliability.</a:t>
            </a:r>
          </a:p>
        </p:txBody>
      </p:sp>
      <p:sp>
        <p:nvSpPr>
          <p:cNvPr id="1048649" name="Text 14"/>
          <p:cNvSpPr/>
          <p:nvPr/>
        </p:nvSpPr>
        <p:spPr>
          <a:xfrm>
            <a:off x="4846320" y="1280160"/>
            <a:ext cx="3931920" cy="1828800"/>
          </a:xfrm>
          <a:prstGeom prst="rect">
            <a:avLst/>
          </a:prstGeom>
          <a:noFill/>
        </p:spPr>
        <p:txBody>
          <a:bodyPr wrap="square" rtlCol="0" anchor="ctr"/>
          <a:lstStyle/>
          <a:p>
            <a:pPr marL="0" indent="0" algn="ctr">
              <a:buNone/>
            </a:pPr>
            <a:endParaRPr lang="en-US" sz="800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653" name="Shape 0"/>
          <p:cNvSpPr/>
          <p:nvPr/>
        </p:nvSpPr>
        <p:spPr>
          <a:xfrm>
            <a:off x="0" y="0"/>
            <a:ext cx="9144000" cy="502920"/>
          </a:xfrm>
          <a:prstGeom prst="rect">
            <a:avLst/>
          </a:prstGeom>
          <a:solidFill>
            <a:srgbClr val="1B3A8A"/>
          </a:solidFill>
        </p:spPr>
      </p:sp>
      <p:sp>
        <p:nvSpPr>
          <p:cNvPr id="1048654" name="Text 1"/>
          <p:cNvSpPr/>
          <p:nvPr/>
        </p:nvSpPr>
        <p:spPr>
          <a:xfrm>
            <a:off x="7772400" y="45720"/>
            <a:ext cx="1280160" cy="411480"/>
          </a:xfrm>
          <a:prstGeom prst="rect">
            <a:avLst/>
          </a:prstGeom>
          <a:noFill/>
        </p:spPr>
        <p:txBody>
          <a:bodyPr wrap="square" rtlCol="0" anchor="ctr"/>
          <a:lstStyle/>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edunet</a:t>
            </a:r>
            <a:endParaRPr lang="en-US" sz="800"/>
          </a:p>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foundation</a:t>
            </a:r>
            <a:endParaRPr lang="en-US" sz="800"/>
          </a:p>
        </p:txBody>
      </p:sp>
      <p:sp>
        <p:nvSpPr>
          <p:cNvPr id="1048655" name="Text 2"/>
          <p:cNvSpPr/>
          <p:nvPr/>
        </p:nvSpPr>
        <p:spPr>
          <a:xfrm>
            <a:off x="320040" y="621792"/>
            <a:ext cx="8229600" cy="438912"/>
          </a:xfrm>
          <a:prstGeom prst="rect">
            <a:avLst/>
          </a:prstGeom>
          <a:noFill/>
        </p:spPr>
        <p:txBody>
          <a:bodyPr wrap="square" rtlCol="0" anchor="ctr"/>
          <a:lstStyle/>
          <a:p>
            <a:pPr marL="0" indent="0">
              <a:buNone/>
            </a:pPr>
            <a:r>
              <a:rPr lang="en-US" sz="2200" b="1">
                <a:solidFill>
                  <a:srgbClr val="1B3A8A"/>
                </a:solidFill>
                <a:latin typeface="Calibri" panose="020F0502020204030204" pitchFamily="34" charset="0"/>
                <a:ea typeface="Calibri" panose="020F0502020204030204" pitchFamily="34" charset="-122"/>
                <a:cs typeface="Calibri" panose="020F0502020204030204" pitchFamily="34" charset="-120"/>
              </a:rPr>
              <a:t>System Architecture</a:t>
            </a:r>
            <a:endParaRPr lang="en-US" sz="2200"/>
          </a:p>
        </p:txBody>
      </p:sp>
      <p:sp>
        <p:nvSpPr>
          <p:cNvPr id="1048656" name="Shape 3"/>
          <p:cNvSpPr/>
          <p:nvPr/>
        </p:nvSpPr>
        <p:spPr>
          <a:xfrm>
            <a:off x="0" y="4983480"/>
            <a:ext cx="9144000" cy="160020"/>
          </a:xfrm>
          <a:prstGeom prst="rect">
            <a:avLst/>
          </a:prstGeom>
          <a:solidFill>
            <a:srgbClr val="1B3A8A"/>
          </a:solidFill>
        </p:spPr>
      </p:sp>
      <p:sp>
        <p:nvSpPr>
          <p:cNvPr id="1048657" name="Shape 4"/>
          <p:cNvSpPr/>
          <p:nvPr>
            <p:custDataLst>
              <p:tags r:id="rId1"/>
            </p:custDataLst>
          </p:nvPr>
        </p:nvSpPr>
        <p:spPr>
          <a:xfrm>
            <a:off x="274320" y="1097280"/>
            <a:ext cx="4114800" cy="384048"/>
          </a:xfrm>
          <a:prstGeom prst="rect">
            <a:avLst/>
          </a:prstGeom>
          <a:solidFill>
            <a:srgbClr val="1565C0"/>
          </a:solidFill>
        </p:spPr>
      </p:sp>
      <p:sp>
        <p:nvSpPr>
          <p:cNvPr id="1048658" name="Shape 5"/>
          <p:cNvSpPr/>
          <p:nvPr>
            <p:custDataLst>
              <p:tags r:id="rId2"/>
            </p:custDataLst>
          </p:nvPr>
        </p:nvSpPr>
        <p:spPr>
          <a:xfrm>
            <a:off x="4206240" y="1097280"/>
            <a:ext cx="320040" cy="384048"/>
          </a:xfrm>
          <a:prstGeom prst="rect">
            <a:avLst/>
          </a:prstGeom>
          <a:solidFill>
            <a:srgbClr val="1B3A8A"/>
          </a:solidFill>
        </p:spPr>
      </p:sp>
      <p:sp>
        <p:nvSpPr>
          <p:cNvPr id="1048659" name="Text 6"/>
          <p:cNvSpPr/>
          <p:nvPr>
            <p:custDataLst>
              <p:tags r:id="rId3"/>
            </p:custDataLst>
          </p:nvPr>
        </p:nvSpPr>
        <p:spPr>
          <a:xfrm>
            <a:off x="365760" y="1133856"/>
            <a:ext cx="3840480" cy="310896"/>
          </a:xfrm>
          <a:prstGeom prst="rect">
            <a:avLst/>
          </a:prstGeom>
          <a:noFill/>
        </p:spPr>
        <p:txBody>
          <a:bodyPr wrap="square" rtlCol="0" anchor="ctr"/>
          <a:lstStyle/>
          <a:p>
            <a:pPr marL="0" indent="0">
              <a:buNone/>
            </a:pPr>
            <a:r>
              <a:rPr lang="en-US" sz="1200" b="1">
                <a:solidFill>
                  <a:srgbClr val="FFFFFF"/>
                </a:solidFill>
                <a:latin typeface="Calibri" panose="020F0502020204030204" pitchFamily="34" charset="0"/>
                <a:ea typeface="Calibri" panose="020F0502020204030204" pitchFamily="34" charset="-122"/>
                <a:cs typeface="Calibri" panose="020F0502020204030204" pitchFamily="34" charset="-120"/>
              </a:rPr>
              <a:t>Data Input / Source</a:t>
            </a:r>
            <a:endParaRPr lang="en-US" sz="1200"/>
          </a:p>
        </p:txBody>
      </p:sp>
      <p:sp>
        <p:nvSpPr>
          <p:cNvPr id="1048660" name="Text 7"/>
          <p:cNvSpPr/>
          <p:nvPr>
            <p:custDataLst>
              <p:tags r:id="rId4"/>
            </p:custDataLst>
          </p:nvPr>
        </p:nvSpPr>
        <p:spPr>
          <a:xfrm>
            <a:off x="365760" y="1554480"/>
            <a:ext cx="4023360" cy="1188720"/>
          </a:xfrm>
          <a:prstGeom prst="rect">
            <a:avLst/>
          </a:prstGeom>
          <a:noFill/>
        </p:spPr>
        <p:txBody>
          <a:bodyPr wrap="square" rtlCol="0" anchor="t"/>
          <a:lstStyle/>
          <a:p>
            <a:pPr marL="0" indent="0">
              <a:buNone/>
            </a:pPr>
            <a:r>
              <a:rPr lang="en-US" altLang="en-US" sz="1150">
                <a:solidFill>
                  <a:srgbClr val="1A1A2E"/>
                </a:solidFill>
                <a:latin typeface="Calibri" panose="020F0502020204030204" pitchFamily="34" charset="0"/>
                <a:ea typeface="Calibri" panose="020F0502020204030204" pitchFamily="34" charset="-122"/>
                <a:cs typeface="Calibri" panose="020F0502020204030204" pitchFamily="34" charset="-120"/>
              </a:rPr>
              <a:t>Collect data from banking records such as:</a:t>
            </a:r>
          </a:p>
          <a:p>
            <a:pPr marL="0" indent="0">
              <a:buNone/>
            </a:pPr>
            <a:r>
              <a:rPr lang="en-US" altLang="en-US" sz="1150">
                <a:solidFill>
                  <a:srgbClr val="1A1A2E"/>
                </a:solidFill>
                <a:latin typeface="Calibri" panose="020F0502020204030204" pitchFamily="34" charset="0"/>
                <a:ea typeface="Calibri" panose="020F0502020204030204" pitchFamily="34" charset="-122"/>
                <a:cs typeface="Calibri" panose="020F0502020204030204" pitchFamily="34" charset="-120"/>
              </a:rPr>
              <a:t> Customer account details </a:t>
            </a:r>
          </a:p>
          <a:p>
            <a:pPr marL="0" indent="0">
              <a:buNone/>
            </a:pPr>
            <a:r>
              <a:rPr lang="en-US" altLang="en-US" sz="1150">
                <a:solidFill>
                  <a:srgbClr val="1A1A2E"/>
                </a:solidFill>
                <a:latin typeface="Calibri" panose="020F0502020204030204" pitchFamily="34" charset="0"/>
                <a:ea typeface="Calibri" panose="020F0502020204030204" pitchFamily="34" charset="-122"/>
                <a:cs typeface="Calibri" panose="020F0502020204030204" pitchFamily="34" charset="-120"/>
              </a:rPr>
              <a:t>Transaction history</a:t>
            </a:r>
          </a:p>
          <a:p>
            <a:pPr marL="0" indent="0">
              <a:buNone/>
            </a:pPr>
            <a:r>
              <a:rPr lang="en-US" altLang="en-US" sz="1150">
                <a:solidFill>
                  <a:srgbClr val="1A1A2E"/>
                </a:solidFill>
                <a:latin typeface="Calibri" panose="020F0502020204030204" pitchFamily="34" charset="0"/>
                <a:ea typeface="Calibri" panose="020F0502020204030204" pitchFamily="34" charset="-122"/>
                <a:cs typeface="Calibri" panose="020F0502020204030204" pitchFamily="34" charset="-120"/>
              </a:rPr>
              <a:t> Data can be taken from Excel files, CSV files,</a:t>
            </a:r>
          </a:p>
          <a:p>
            <a:pPr marL="0" indent="0">
              <a:buNone/>
            </a:pPr>
            <a:r>
              <a:rPr lang="en-US" altLang="en-US" sz="1150">
                <a:solidFill>
                  <a:srgbClr val="1A1A2E"/>
                </a:solidFill>
                <a:latin typeface="Calibri" panose="020F0502020204030204" pitchFamily="34" charset="0"/>
                <a:ea typeface="Calibri" panose="020F0502020204030204" pitchFamily="34" charset="-122"/>
                <a:cs typeface="Calibri" panose="020F0502020204030204" pitchFamily="34" charset="-120"/>
              </a:rPr>
              <a:t> or databases</a:t>
            </a:r>
            <a:endParaRPr lang="en-US" sz="1150"/>
          </a:p>
        </p:txBody>
      </p:sp>
      <p:sp>
        <p:nvSpPr>
          <p:cNvPr id="1048661" name="Shape 8"/>
          <p:cNvSpPr/>
          <p:nvPr>
            <p:custDataLst>
              <p:tags r:id="rId5"/>
            </p:custDataLst>
          </p:nvPr>
        </p:nvSpPr>
        <p:spPr>
          <a:xfrm>
            <a:off x="4709160" y="1097280"/>
            <a:ext cx="4114800" cy="384048"/>
          </a:xfrm>
          <a:prstGeom prst="rect">
            <a:avLst/>
          </a:prstGeom>
          <a:solidFill>
            <a:srgbClr val="1565C0"/>
          </a:solidFill>
        </p:spPr>
      </p:sp>
      <p:sp>
        <p:nvSpPr>
          <p:cNvPr id="1048662" name="Shape 9"/>
          <p:cNvSpPr/>
          <p:nvPr>
            <p:custDataLst>
              <p:tags r:id="rId6"/>
            </p:custDataLst>
          </p:nvPr>
        </p:nvSpPr>
        <p:spPr>
          <a:xfrm>
            <a:off x="8641080" y="1097280"/>
            <a:ext cx="320040" cy="384048"/>
          </a:xfrm>
          <a:prstGeom prst="rect">
            <a:avLst/>
          </a:prstGeom>
          <a:solidFill>
            <a:srgbClr val="1B3A8A"/>
          </a:solidFill>
        </p:spPr>
      </p:sp>
      <p:sp>
        <p:nvSpPr>
          <p:cNvPr id="1048663" name="Text 10"/>
          <p:cNvSpPr/>
          <p:nvPr>
            <p:custDataLst>
              <p:tags r:id="rId7"/>
            </p:custDataLst>
          </p:nvPr>
        </p:nvSpPr>
        <p:spPr>
          <a:xfrm>
            <a:off x="4800600" y="1133856"/>
            <a:ext cx="3840480" cy="310896"/>
          </a:xfrm>
          <a:prstGeom prst="rect">
            <a:avLst/>
          </a:prstGeom>
          <a:noFill/>
        </p:spPr>
        <p:txBody>
          <a:bodyPr wrap="square" rtlCol="0" anchor="ctr"/>
          <a:lstStyle/>
          <a:p>
            <a:pPr marL="0" indent="0">
              <a:buNone/>
            </a:pPr>
            <a:r>
              <a:rPr lang="en-US" sz="1200" b="1">
                <a:solidFill>
                  <a:srgbClr val="FFFFFF"/>
                </a:solidFill>
                <a:latin typeface="Calibri" panose="020F0502020204030204" pitchFamily="34" charset="0"/>
                <a:ea typeface="Calibri" panose="020F0502020204030204" pitchFamily="34" charset="-122"/>
                <a:cs typeface="Calibri" panose="020F0502020204030204" pitchFamily="34" charset="-120"/>
              </a:rPr>
              <a:t>Processing / Analysis</a:t>
            </a:r>
            <a:endParaRPr lang="en-US" sz="1200"/>
          </a:p>
        </p:txBody>
      </p:sp>
      <p:sp>
        <p:nvSpPr>
          <p:cNvPr id="1048664" name="Text 11"/>
          <p:cNvSpPr/>
          <p:nvPr>
            <p:custDataLst>
              <p:tags r:id="rId8"/>
            </p:custDataLst>
          </p:nvPr>
        </p:nvSpPr>
        <p:spPr>
          <a:xfrm>
            <a:off x="4800600" y="1554480"/>
            <a:ext cx="4023360" cy="1188720"/>
          </a:xfrm>
          <a:prstGeom prst="rect">
            <a:avLst/>
          </a:prstGeom>
          <a:noFill/>
        </p:spPr>
        <p:txBody>
          <a:bodyPr wrap="square" rtlCol="0" anchor="t"/>
          <a:lstStyle/>
          <a:p>
            <a:pPr marL="0" indent="0">
              <a:buNone/>
            </a:pPr>
            <a:r>
              <a:rPr lang="en-US" altLang="en-US" sz="1150"/>
              <a:t>Clean the data by:</a:t>
            </a:r>
          </a:p>
          <a:p>
            <a:pPr marL="0" indent="0">
              <a:buNone/>
            </a:pPr>
            <a:r>
              <a:rPr lang="en-US" altLang="en-US" sz="1150"/>
              <a:t> Removing errors and duplicates</a:t>
            </a:r>
          </a:p>
          <a:p>
            <a:pPr marL="0" indent="0">
              <a:buNone/>
            </a:pPr>
            <a:r>
              <a:rPr lang="en-US" altLang="en-US" sz="1150"/>
              <a:t> Handling missing values </a:t>
            </a:r>
          </a:p>
          <a:p>
            <a:pPr marL="0" indent="0">
              <a:buNone/>
            </a:pPr>
            <a:r>
              <a:rPr lang="en-US" altLang="en-US" sz="1150"/>
              <a:t>Organize data into proper format (tables, </a:t>
            </a:r>
          </a:p>
          <a:p>
            <a:pPr marL="0" indent="0">
              <a:buNone/>
            </a:pPr>
            <a:r>
              <a:rPr lang="en-US" altLang="en-US" sz="1150"/>
              <a:t>categories)</a:t>
            </a:r>
          </a:p>
          <a:p>
            <a:pPr marL="0" indent="0">
              <a:buNone/>
            </a:pPr>
            <a:endParaRPr lang="en-US" altLang="en-US" sz="1150"/>
          </a:p>
        </p:txBody>
      </p:sp>
      <p:sp>
        <p:nvSpPr>
          <p:cNvPr id="1048665" name="Shape 12"/>
          <p:cNvSpPr/>
          <p:nvPr>
            <p:custDataLst>
              <p:tags r:id="rId9"/>
            </p:custDataLst>
          </p:nvPr>
        </p:nvSpPr>
        <p:spPr>
          <a:xfrm>
            <a:off x="320040" y="2926080"/>
            <a:ext cx="4114800" cy="384048"/>
          </a:xfrm>
          <a:prstGeom prst="rect">
            <a:avLst/>
          </a:prstGeom>
          <a:solidFill>
            <a:srgbClr val="1565C0"/>
          </a:solidFill>
        </p:spPr>
      </p:sp>
      <p:sp>
        <p:nvSpPr>
          <p:cNvPr id="1048666" name="Shape 13"/>
          <p:cNvSpPr/>
          <p:nvPr>
            <p:custDataLst>
              <p:tags r:id="rId10"/>
            </p:custDataLst>
          </p:nvPr>
        </p:nvSpPr>
        <p:spPr>
          <a:xfrm>
            <a:off x="4206240" y="2926080"/>
            <a:ext cx="320040" cy="384048"/>
          </a:xfrm>
          <a:prstGeom prst="rect">
            <a:avLst/>
          </a:prstGeom>
          <a:solidFill>
            <a:srgbClr val="1B3A8A"/>
          </a:solidFill>
        </p:spPr>
      </p:sp>
      <p:sp>
        <p:nvSpPr>
          <p:cNvPr id="1048667" name="Text 14"/>
          <p:cNvSpPr/>
          <p:nvPr>
            <p:custDataLst>
              <p:tags r:id="rId11"/>
            </p:custDataLst>
          </p:nvPr>
        </p:nvSpPr>
        <p:spPr>
          <a:xfrm>
            <a:off x="365760" y="2962656"/>
            <a:ext cx="3840480" cy="310896"/>
          </a:xfrm>
          <a:prstGeom prst="rect">
            <a:avLst/>
          </a:prstGeom>
          <a:noFill/>
        </p:spPr>
        <p:txBody>
          <a:bodyPr wrap="square" rtlCol="0" anchor="ctr"/>
          <a:lstStyle/>
          <a:p>
            <a:pPr marL="0" indent="0">
              <a:buNone/>
            </a:pPr>
            <a:r>
              <a:rPr lang="en-US" sz="1200" b="1">
                <a:solidFill>
                  <a:srgbClr val="FFFFFF"/>
                </a:solidFill>
                <a:latin typeface="Calibri" panose="020F0502020204030204" pitchFamily="34" charset="0"/>
                <a:ea typeface="Calibri" panose="020F0502020204030204" pitchFamily="34" charset="-122"/>
                <a:cs typeface="Calibri" panose="020F0502020204030204" pitchFamily="34" charset="-120"/>
              </a:rPr>
              <a:t>AI / Tool Integration</a:t>
            </a:r>
            <a:endParaRPr lang="en-US" sz="1200"/>
          </a:p>
        </p:txBody>
      </p:sp>
      <p:sp>
        <p:nvSpPr>
          <p:cNvPr id="1048668" name="Text 15"/>
          <p:cNvSpPr/>
          <p:nvPr>
            <p:custDataLst>
              <p:tags r:id="rId12"/>
            </p:custDataLst>
          </p:nvPr>
        </p:nvSpPr>
        <p:spPr>
          <a:xfrm>
            <a:off x="365760" y="3383280"/>
            <a:ext cx="4023360" cy="1188720"/>
          </a:xfrm>
          <a:prstGeom prst="rect">
            <a:avLst/>
          </a:prstGeom>
          <a:noFill/>
        </p:spPr>
        <p:txBody>
          <a:bodyPr wrap="square" rtlCol="0" anchor="t"/>
          <a:lstStyle/>
          <a:p>
            <a:pPr marL="0" indent="0">
              <a:buNone/>
            </a:pPr>
            <a:r>
              <a:rPr lang="en-US" altLang="en-US" sz="1150"/>
              <a:t>Use Excel for data cleaning and basic</a:t>
            </a:r>
          </a:p>
          <a:p>
            <a:pPr marL="0" indent="0">
              <a:buNone/>
            </a:pPr>
            <a:r>
              <a:rPr lang="en-US" altLang="en-US" sz="1150"/>
              <a:t> analysis</a:t>
            </a:r>
          </a:p>
          <a:p>
            <a:pPr marL="0" indent="0">
              <a:buNone/>
            </a:pPr>
            <a:r>
              <a:rPr lang="en-US" altLang="en-US" sz="1150"/>
              <a:t> Use Power BI to build dashboards and</a:t>
            </a:r>
          </a:p>
          <a:p>
            <a:pPr marL="0" indent="0">
              <a:buNone/>
            </a:pPr>
            <a:r>
              <a:rPr lang="en-US" altLang="en-US" sz="1150"/>
              <a:t> visualizations</a:t>
            </a:r>
          </a:p>
          <a:p>
            <a:pPr marL="0" indent="0">
              <a:buNone/>
            </a:pPr>
            <a:r>
              <a:rPr lang="en-US" altLang="en-US" sz="1150"/>
              <a:t> Use AI tools (Copilot/ChatGPT) to:</a:t>
            </a:r>
          </a:p>
          <a:p>
            <a:pPr marL="0" indent="0">
              <a:buNone/>
            </a:pPr>
            <a:r>
              <a:rPr lang="en-US" altLang="en-US" sz="1150"/>
              <a:t> Generate insights</a:t>
            </a:r>
          </a:p>
        </p:txBody>
      </p:sp>
      <p:sp>
        <p:nvSpPr>
          <p:cNvPr id="1048669" name="Shape 16"/>
          <p:cNvSpPr/>
          <p:nvPr>
            <p:custDataLst>
              <p:tags r:id="rId13"/>
            </p:custDataLst>
          </p:nvPr>
        </p:nvSpPr>
        <p:spPr>
          <a:xfrm>
            <a:off x="4709160" y="2926080"/>
            <a:ext cx="4114800" cy="384048"/>
          </a:xfrm>
          <a:prstGeom prst="rect">
            <a:avLst/>
          </a:prstGeom>
          <a:solidFill>
            <a:srgbClr val="1565C0"/>
          </a:solidFill>
        </p:spPr>
      </p:sp>
      <p:sp>
        <p:nvSpPr>
          <p:cNvPr id="1048670" name="Shape 17"/>
          <p:cNvSpPr/>
          <p:nvPr>
            <p:custDataLst>
              <p:tags r:id="rId14"/>
            </p:custDataLst>
          </p:nvPr>
        </p:nvSpPr>
        <p:spPr>
          <a:xfrm>
            <a:off x="8641080" y="2926080"/>
            <a:ext cx="320040" cy="384048"/>
          </a:xfrm>
          <a:prstGeom prst="rect">
            <a:avLst/>
          </a:prstGeom>
          <a:solidFill>
            <a:srgbClr val="1B3A8A"/>
          </a:solidFill>
        </p:spPr>
      </p:sp>
      <p:sp>
        <p:nvSpPr>
          <p:cNvPr id="1048671" name="Text 18"/>
          <p:cNvSpPr/>
          <p:nvPr>
            <p:custDataLst>
              <p:tags r:id="rId15"/>
            </p:custDataLst>
          </p:nvPr>
        </p:nvSpPr>
        <p:spPr>
          <a:xfrm>
            <a:off x="4800600" y="2962656"/>
            <a:ext cx="3840480" cy="310896"/>
          </a:xfrm>
          <a:prstGeom prst="rect">
            <a:avLst/>
          </a:prstGeom>
          <a:noFill/>
        </p:spPr>
        <p:txBody>
          <a:bodyPr wrap="square" rtlCol="0" anchor="ctr"/>
          <a:lstStyle/>
          <a:p>
            <a:pPr marL="0" indent="0">
              <a:buNone/>
            </a:pPr>
            <a:r>
              <a:rPr lang="en-US" sz="1200" b="1">
                <a:solidFill>
                  <a:srgbClr val="FFFFFF"/>
                </a:solidFill>
                <a:latin typeface="Calibri" panose="020F0502020204030204" pitchFamily="34" charset="0"/>
                <a:ea typeface="Calibri" panose="020F0502020204030204" pitchFamily="34" charset="-122"/>
                <a:cs typeface="Calibri" panose="020F0502020204030204" pitchFamily="34" charset="-120"/>
              </a:rPr>
              <a:t>Output / Dashboard</a:t>
            </a:r>
            <a:endParaRPr lang="en-US" sz="1200"/>
          </a:p>
        </p:txBody>
      </p:sp>
      <p:sp>
        <p:nvSpPr>
          <p:cNvPr id="1048672" name="Text 19"/>
          <p:cNvSpPr/>
          <p:nvPr>
            <p:custDataLst>
              <p:tags r:id="rId16"/>
            </p:custDataLst>
          </p:nvPr>
        </p:nvSpPr>
        <p:spPr>
          <a:xfrm>
            <a:off x="4800600" y="3383280"/>
            <a:ext cx="4023360" cy="1188720"/>
          </a:xfrm>
          <a:prstGeom prst="rect">
            <a:avLst/>
          </a:prstGeom>
          <a:noFill/>
        </p:spPr>
        <p:txBody>
          <a:bodyPr wrap="square" rtlCol="0" anchor="t"/>
          <a:lstStyle/>
          <a:p>
            <a:pPr marL="0" indent="0">
              <a:buNone/>
            </a:pPr>
            <a:r>
              <a:rPr lang="en-US" altLang="en-US" sz="1150"/>
              <a:t>Use charts like: </a:t>
            </a:r>
          </a:p>
          <a:p>
            <a:pPr marL="0" indent="0">
              <a:buNone/>
            </a:pPr>
            <a:r>
              <a:rPr lang="en-US" altLang="en-US" sz="1150"/>
              <a:t>Bar charts</a:t>
            </a:r>
          </a:p>
          <a:p>
            <a:pPr marL="0" indent="0">
              <a:buNone/>
            </a:pPr>
            <a:r>
              <a:rPr lang="en-US" altLang="en-US" sz="1150"/>
              <a:t> Pie charts</a:t>
            </a:r>
          </a:p>
          <a:p>
            <a:pPr marL="0" indent="0">
              <a:buNone/>
            </a:pPr>
            <a:r>
              <a:rPr lang="en-US" altLang="en-US" sz="1150"/>
              <a:t> Line graphs </a:t>
            </a:r>
          </a:p>
          <a:p>
            <a:pPr marL="0" indent="0">
              <a:buNone/>
            </a:pPr>
            <a:r>
              <a:rPr lang="en-US" altLang="en-US" sz="1150"/>
              <a:t>Provide easy-to-understand insights for</a:t>
            </a:r>
          </a:p>
          <a:p>
            <a:pPr marL="0" indent="0">
              <a:buNone/>
            </a:pPr>
            <a:r>
              <a:rPr lang="en-US" altLang="en-US" sz="1150"/>
              <a:t> users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676" name="Shape 0"/>
          <p:cNvSpPr/>
          <p:nvPr/>
        </p:nvSpPr>
        <p:spPr>
          <a:xfrm>
            <a:off x="0" y="0"/>
            <a:ext cx="9144000" cy="502920"/>
          </a:xfrm>
          <a:prstGeom prst="rect">
            <a:avLst/>
          </a:prstGeom>
          <a:solidFill>
            <a:srgbClr val="1B3A8A"/>
          </a:solidFill>
        </p:spPr>
      </p:sp>
      <p:sp>
        <p:nvSpPr>
          <p:cNvPr id="1048677" name="Text 1"/>
          <p:cNvSpPr/>
          <p:nvPr/>
        </p:nvSpPr>
        <p:spPr>
          <a:xfrm>
            <a:off x="7772400" y="45720"/>
            <a:ext cx="1280160" cy="411480"/>
          </a:xfrm>
          <a:prstGeom prst="rect">
            <a:avLst/>
          </a:prstGeom>
          <a:noFill/>
        </p:spPr>
        <p:txBody>
          <a:bodyPr wrap="square" rtlCol="0" anchor="ctr"/>
          <a:lstStyle/>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edunet</a:t>
            </a:r>
            <a:endParaRPr lang="en-US" sz="800"/>
          </a:p>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foundation</a:t>
            </a:r>
            <a:endParaRPr lang="en-US" sz="800"/>
          </a:p>
        </p:txBody>
      </p:sp>
      <p:sp>
        <p:nvSpPr>
          <p:cNvPr id="1048678" name="Text 2"/>
          <p:cNvSpPr/>
          <p:nvPr/>
        </p:nvSpPr>
        <p:spPr>
          <a:xfrm>
            <a:off x="320040" y="621792"/>
            <a:ext cx="8229600" cy="438912"/>
          </a:xfrm>
          <a:prstGeom prst="rect">
            <a:avLst/>
          </a:prstGeom>
          <a:noFill/>
        </p:spPr>
        <p:txBody>
          <a:bodyPr wrap="square" rtlCol="0" anchor="ctr"/>
          <a:lstStyle/>
          <a:p>
            <a:pPr marL="0" indent="0">
              <a:buNone/>
            </a:pPr>
            <a:r>
              <a:rPr lang="en-US" sz="2200" b="1">
                <a:solidFill>
                  <a:srgbClr val="1B3A8A"/>
                </a:solidFill>
                <a:latin typeface="Calibri" panose="020F0502020204030204" pitchFamily="34" charset="0"/>
                <a:ea typeface="Calibri" panose="020F0502020204030204" pitchFamily="34" charset="-122"/>
                <a:cs typeface="Calibri" panose="020F0502020204030204" pitchFamily="34" charset="-120"/>
              </a:rPr>
              <a:t>Video of Project Demo</a:t>
            </a:r>
            <a:endParaRPr lang="en-US" sz="2200"/>
          </a:p>
        </p:txBody>
      </p:sp>
      <p:sp>
        <p:nvSpPr>
          <p:cNvPr id="1048679" name="Shape 3"/>
          <p:cNvSpPr/>
          <p:nvPr/>
        </p:nvSpPr>
        <p:spPr>
          <a:xfrm>
            <a:off x="0" y="4983480"/>
            <a:ext cx="9144000" cy="160020"/>
          </a:xfrm>
          <a:prstGeom prst="rect">
            <a:avLst/>
          </a:prstGeom>
          <a:solidFill>
            <a:srgbClr val="1B3A8A"/>
          </a:solidFill>
        </p:spPr>
      </p:sp>
      <p:sp>
        <p:nvSpPr>
          <p:cNvPr id="1048680" name="Shape 4"/>
          <p:cNvSpPr/>
          <p:nvPr/>
        </p:nvSpPr>
        <p:spPr>
          <a:xfrm>
            <a:off x="365760" y="685800"/>
            <a:ext cx="8412480" cy="3977640"/>
          </a:xfrm>
          <a:prstGeom prst="rect">
            <a:avLst/>
          </a:prstGeom>
          <a:solidFill>
            <a:srgbClr val="ECEFF1"/>
          </a:solidFill>
          <a:ln w="25400">
            <a:solidFill>
              <a:srgbClr val="1B3A8A"/>
            </a:solidFill>
            <a:prstDash val="solid"/>
          </a:ln>
        </p:spPr>
      </p:sp>
      <p:sp>
        <p:nvSpPr>
          <p:cNvPr id="1048681" name="Shape 5"/>
          <p:cNvSpPr/>
          <p:nvPr/>
        </p:nvSpPr>
        <p:spPr>
          <a:xfrm>
            <a:off x="365760" y="685800"/>
            <a:ext cx="8412480" cy="384048"/>
          </a:xfrm>
          <a:prstGeom prst="rect">
            <a:avLst/>
          </a:prstGeom>
          <a:solidFill>
            <a:srgbClr val="E0E0E0"/>
          </a:solidFill>
        </p:spPr>
      </p:sp>
      <p:sp>
        <p:nvSpPr>
          <p:cNvPr id="1048682" name="Shape 6"/>
          <p:cNvSpPr/>
          <p:nvPr/>
        </p:nvSpPr>
        <p:spPr>
          <a:xfrm>
            <a:off x="502920" y="777240"/>
            <a:ext cx="164592" cy="164592"/>
          </a:xfrm>
          <a:prstGeom prst="ellipse">
            <a:avLst/>
          </a:prstGeom>
          <a:solidFill>
            <a:srgbClr val="FF5F57"/>
          </a:solidFill>
        </p:spPr>
      </p:sp>
      <p:sp>
        <p:nvSpPr>
          <p:cNvPr id="1048683" name="Shape 7"/>
          <p:cNvSpPr/>
          <p:nvPr/>
        </p:nvSpPr>
        <p:spPr>
          <a:xfrm>
            <a:off x="731520" y="777240"/>
            <a:ext cx="164592" cy="164592"/>
          </a:xfrm>
          <a:prstGeom prst="ellipse">
            <a:avLst/>
          </a:prstGeom>
          <a:solidFill>
            <a:srgbClr val="FEBC2E"/>
          </a:solidFill>
        </p:spPr>
      </p:sp>
      <p:sp>
        <p:nvSpPr>
          <p:cNvPr id="1048684" name="Shape 8"/>
          <p:cNvSpPr/>
          <p:nvPr/>
        </p:nvSpPr>
        <p:spPr>
          <a:xfrm>
            <a:off x="960120" y="777240"/>
            <a:ext cx="164592" cy="164592"/>
          </a:xfrm>
          <a:prstGeom prst="ellipse">
            <a:avLst/>
          </a:prstGeom>
          <a:solidFill>
            <a:srgbClr val="28C840"/>
          </a:solidFill>
        </p:spPr>
      </p:sp>
      <p:sp>
        <p:nvSpPr>
          <p:cNvPr id="1048685" name="Shape 9"/>
          <p:cNvSpPr/>
          <p:nvPr/>
        </p:nvSpPr>
        <p:spPr>
          <a:xfrm>
            <a:off x="1371600" y="777240"/>
            <a:ext cx="5029200" cy="201168"/>
          </a:xfrm>
          <a:prstGeom prst="rect">
            <a:avLst/>
          </a:prstGeom>
          <a:solidFill>
            <a:srgbClr val="FFFFFF"/>
          </a:solidFill>
          <a:ln w="6350">
            <a:solidFill>
              <a:srgbClr val="CCCCCC"/>
            </a:solidFill>
            <a:prstDash val="solid"/>
          </a:ln>
        </p:spPr>
      </p:sp>
      <p:sp>
        <p:nvSpPr>
          <p:cNvPr id="1048686" name="Text 10"/>
          <p:cNvSpPr/>
          <p:nvPr/>
        </p:nvSpPr>
        <p:spPr>
          <a:xfrm>
            <a:off x="1389888" y="768096"/>
            <a:ext cx="4992624" cy="219456"/>
          </a:xfrm>
          <a:prstGeom prst="rect">
            <a:avLst/>
          </a:prstGeom>
          <a:noFill/>
        </p:spPr>
        <p:txBody>
          <a:bodyPr wrap="square" rtlCol="0" anchor="ctr"/>
          <a:lstStyle/>
          <a:p>
            <a:pPr marL="0" indent="0">
              <a:buNone/>
            </a:pPr>
            <a:r>
              <a:rPr lang="en-US" sz="900" dirty="0">
                <a:solidFill>
                  <a:srgbClr val="607D8B"/>
                </a:solidFill>
                <a:latin typeface="Calibri" panose="020F0502020204030204" pitchFamily="34" charset="0"/>
                <a:ea typeface="Calibri" panose="020F0502020204030204" pitchFamily="34" charset="-122"/>
                <a:cs typeface="Calibri" panose="020F0502020204030204" pitchFamily="34" charset="-120"/>
              </a:rPr>
              <a:t>[https://your-project-demo-link.com</a:t>
            </a:r>
            <a:r>
              <a:rPr lang="en-US" altLang="en-US" sz="900" dirty="0">
                <a:solidFill>
                  <a:srgbClr val="607D8B"/>
                </a:solidFill>
                <a:latin typeface="Calibri" panose="020F0502020204030204" pitchFamily="34" charset="0"/>
                <a:ea typeface="Calibri" panose="020F0502020204030204" pitchFamily="34" charset="-122"/>
                <a:cs typeface="Calibri" panose="020F0502020204030204" pitchFamily="34" charset="-120"/>
              </a:rPr>
              <a:t>https</a:t>
            </a:r>
            <a:r>
              <a:rPr lang="en-US" altLang="en-US" sz="900" dirty="0" smtClean="0">
                <a:solidFill>
                  <a:srgbClr val="607D8B"/>
                </a:solidFill>
                <a:latin typeface="Calibri" panose="020F0502020204030204" pitchFamily="34" charset="0"/>
                <a:ea typeface="Calibri" panose="020F0502020204030204" pitchFamily="34" charset="-122"/>
                <a:cs typeface="Calibri" panose="020F0502020204030204" pitchFamily="34" charset="-120"/>
              </a:rPr>
              <a:t>:</a:t>
            </a:r>
            <a:endParaRPr lang="en-US" sz="900" dirty="0"/>
          </a:p>
        </p:txBody>
      </p:sp>
      <p:sp>
        <p:nvSpPr>
          <p:cNvPr id="1048687" name="Shape 11"/>
          <p:cNvSpPr/>
          <p:nvPr/>
        </p:nvSpPr>
        <p:spPr>
          <a:xfrm>
            <a:off x="3749040" y="1828800"/>
            <a:ext cx="1645920" cy="1645920"/>
          </a:xfrm>
          <a:prstGeom prst="ellipse">
            <a:avLst/>
          </a:prstGeom>
          <a:solidFill>
            <a:srgbClr val="1B3A8A">
              <a:alpha val="80000"/>
            </a:srgbClr>
          </a:solidFill>
        </p:spPr>
      </p:sp>
      <p:sp>
        <p:nvSpPr>
          <p:cNvPr id="1048688" name="Text 12"/>
          <p:cNvSpPr/>
          <p:nvPr/>
        </p:nvSpPr>
        <p:spPr>
          <a:xfrm>
            <a:off x="3810000" y="1920240"/>
            <a:ext cx="1645920" cy="1645920"/>
          </a:xfrm>
          <a:prstGeom prst="rect">
            <a:avLst/>
          </a:prstGeom>
          <a:noFill/>
        </p:spPr>
        <p:txBody>
          <a:bodyPr wrap="square" rtlCol="0" anchor="ctr"/>
          <a:lstStyle/>
          <a:p>
            <a:pPr marL="0" indent="0" algn="ctr">
              <a:buNone/>
            </a:pPr>
            <a:r>
              <a:rPr lang="en-US" sz="4800">
                <a:solidFill>
                  <a:srgbClr val="FFFFFF"/>
                </a:solidFill>
              </a:rPr>
              <a:t>▶</a:t>
            </a:r>
            <a:endParaRPr lang="en-US" sz="4800"/>
          </a:p>
        </p:txBody>
      </p:sp>
      <p:sp>
        <p:nvSpPr>
          <p:cNvPr id="1048689" name="Text 13"/>
          <p:cNvSpPr/>
          <p:nvPr/>
        </p:nvSpPr>
        <p:spPr>
          <a:xfrm>
            <a:off x="914400" y="3794760"/>
            <a:ext cx="7315200" cy="594360"/>
          </a:xfrm>
          <a:prstGeom prst="rect">
            <a:avLst/>
          </a:prstGeom>
          <a:noFill/>
        </p:spPr>
        <p:txBody>
          <a:bodyPr wrap="square" rtlCol="0" anchor="ctr"/>
          <a:lstStyle/>
          <a:p>
            <a:pPr marL="0" indent="0" algn="ctr">
              <a:buNone/>
            </a:pPr>
            <a:r>
              <a:rPr lang="en-US" sz="1100" i="1">
                <a:solidFill>
                  <a:srgbClr val="607D8B"/>
                </a:solidFill>
                <a:latin typeface="Calibri" panose="020F0502020204030204" pitchFamily="34" charset="0"/>
                <a:ea typeface="Calibri" panose="020F0502020204030204" pitchFamily="34" charset="-122"/>
                <a:cs typeface="Calibri" panose="020F0502020204030204" pitchFamily="34" charset="-120"/>
              </a:rPr>
              <a:t>[Insert your project demo video.</a:t>
            </a:r>
            <a:endParaRPr lang="en-US" sz="1100"/>
          </a:p>
          <a:p>
            <a:pPr marL="0" indent="0" algn="ctr">
              <a:buNone/>
            </a:pPr>
            <a:r>
              <a:rPr lang="en-US" sz="1100" i="1">
                <a:solidFill>
                  <a:srgbClr val="607D8B"/>
                </a:solidFill>
                <a:latin typeface="Calibri" panose="020F0502020204030204" pitchFamily="34" charset="0"/>
                <a:ea typeface="Calibri" panose="020F0502020204030204" pitchFamily="34" charset="-122"/>
                <a:cs typeface="Calibri" panose="020F0502020204030204" pitchFamily="34" charset="-120"/>
              </a:rPr>
              <a:t>You can embed a video your live project.]</a:t>
            </a:r>
            <a:endParaRPr lang="en-US" sz="110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716" name="Shape 0"/>
          <p:cNvSpPr/>
          <p:nvPr/>
        </p:nvSpPr>
        <p:spPr>
          <a:xfrm>
            <a:off x="0" y="0"/>
            <a:ext cx="9144000" cy="502920"/>
          </a:xfrm>
          <a:prstGeom prst="rect">
            <a:avLst/>
          </a:prstGeom>
          <a:solidFill>
            <a:srgbClr val="1B3A8A"/>
          </a:solidFill>
        </p:spPr>
      </p:sp>
      <p:sp>
        <p:nvSpPr>
          <p:cNvPr id="1048717" name="Text 1"/>
          <p:cNvSpPr/>
          <p:nvPr/>
        </p:nvSpPr>
        <p:spPr>
          <a:xfrm>
            <a:off x="7772400" y="45720"/>
            <a:ext cx="1280160" cy="411480"/>
          </a:xfrm>
          <a:prstGeom prst="rect">
            <a:avLst/>
          </a:prstGeom>
          <a:noFill/>
        </p:spPr>
        <p:txBody>
          <a:bodyPr wrap="square" rtlCol="0" anchor="ctr"/>
          <a:lstStyle/>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edunet</a:t>
            </a:r>
            <a:endParaRPr lang="en-US" sz="800"/>
          </a:p>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foundation</a:t>
            </a:r>
            <a:endParaRPr lang="en-US" sz="800"/>
          </a:p>
        </p:txBody>
      </p:sp>
      <p:sp>
        <p:nvSpPr>
          <p:cNvPr id="1048718" name="Text 2"/>
          <p:cNvSpPr/>
          <p:nvPr/>
        </p:nvSpPr>
        <p:spPr>
          <a:xfrm>
            <a:off x="320040" y="621792"/>
            <a:ext cx="8229600" cy="438912"/>
          </a:xfrm>
          <a:prstGeom prst="rect">
            <a:avLst/>
          </a:prstGeom>
          <a:noFill/>
        </p:spPr>
        <p:txBody>
          <a:bodyPr wrap="square" rtlCol="0" anchor="ctr"/>
          <a:lstStyle/>
          <a:p>
            <a:pPr marL="0" indent="0">
              <a:buNone/>
            </a:pPr>
            <a:r>
              <a:rPr lang="en-US" sz="2200" b="1">
                <a:solidFill>
                  <a:srgbClr val="1B3A8A"/>
                </a:solidFill>
                <a:latin typeface="Calibri" panose="020F0502020204030204" pitchFamily="34" charset="0"/>
                <a:ea typeface="Calibri" panose="020F0502020204030204" pitchFamily="34" charset="-122"/>
                <a:cs typeface="Calibri" panose="020F0502020204030204" pitchFamily="34" charset="-120"/>
              </a:rPr>
              <a:t>Conclusion</a:t>
            </a:r>
            <a:endParaRPr lang="en-US" sz="2200"/>
          </a:p>
        </p:txBody>
      </p:sp>
      <p:sp>
        <p:nvSpPr>
          <p:cNvPr id="1048719" name="Shape 3"/>
          <p:cNvSpPr/>
          <p:nvPr/>
        </p:nvSpPr>
        <p:spPr>
          <a:xfrm>
            <a:off x="0" y="4983480"/>
            <a:ext cx="9144000" cy="160020"/>
          </a:xfrm>
          <a:prstGeom prst="rect">
            <a:avLst/>
          </a:prstGeom>
          <a:solidFill>
            <a:srgbClr val="1B3A8A"/>
          </a:solidFill>
        </p:spPr>
      </p:sp>
      <p:sp>
        <p:nvSpPr>
          <p:cNvPr id="1048720" name="Text 4"/>
          <p:cNvSpPr/>
          <p:nvPr/>
        </p:nvSpPr>
        <p:spPr>
          <a:xfrm>
            <a:off x="4754880" y="1234440"/>
            <a:ext cx="4206240" cy="384048"/>
          </a:xfrm>
          <a:prstGeom prst="rect">
            <a:avLst/>
          </a:prstGeom>
          <a:noFill/>
        </p:spPr>
        <p:txBody>
          <a:bodyPr wrap="square" rtlCol="0" anchor="ctr"/>
          <a:lstStyle/>
          <a:p>
            <a:pPr marL="0" indent="0">
              <a:buNone/>
            </a:pPr>
            <a:r>
              <a:rPr lang="en-US" sz="1150">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150">
                <a:solidFill>
                  <a:srgbClr val="607D8B"/>
                </a:solidFill>
                <a:latin typeface="Calibri" panose="020F0502020204030204" pitchFamily="34" charset="0"/>
                <a:ea typeface="Calibri" panose="020F0502020204030204" pitchFamily="34" charset="-122"/>
                <a:cs typeface="Calibri" panose="020F0502020204030204" pitchFamily="34" charset="-120"/>
              </a:rPr>
              <a:t>Abstract of the Project</a:t>
            </a:r>
            <a:endParaRPr lang="en-US" sz="1150"/>
          </a:p>
        </p:txBody>
      </p:sp>
      <p:sp>
        <p:nvSpPr>
          <p:cNvPr id="1048721" name="Text 5"/>
          <p:cNvSpPr/>
          <p:nvPr/>
        </p:nvSpPr>
        <p:spPr>
          <a:xfrm>
            <a:off x="4754880" y="1636776"/>
            <a:ext cx="4206240" cy="384048"/>
          </a:xfrm>
          <a:prstGeom prst="rect">
            <a:avLst/>
          </a:prstGeom>
          <a:noFill/>
        </p:spPr>
        <p:txBody>
          <a:bodyPr wrap="square" rtlCol="0" anchor="ctr"/>
          <a:lstStyle/>
          <a:p>
            <a:pPr marL="0" indent="0">
              <a:buNone/>
            </a:pPr>
            <a:r>
              <a:rPr lang="en-US" sz="1150">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150">
                <a:solidFill>
                  <a:srgbClr val="607D8B"/>
                </a:solidFill>
                <a:latin typeface="Calibri" panose="020F0502020204030204" pitchFamily="34" charset="0"/>
                <a:ea typeface="Calibri" panose="020F0502020204030204" pitchFamily="34" charset="-122"/>
                <a:cs typeface="Calibri" panose="020F0502020204030204" pitchFamily="34" charset="-120"/>
              </a:rPr>
              <a:t>Problem Statement</a:t>
            </a:r>
            <a:endParaRPr lang="en-US" sz="1150"/>
          </a:p>
        </p:txBody>
      </p:sp>
      <p:sp>
        <p:nvSpPr>
          <p:cNvPr id="1048722" name="Text 6"/>
          <p:cNvSpPr/>
          <p:nvPr/>
        </p:nvSpPr>
        <p:spPr>
          <a:xfrm>
            <a:off x="4754880" y="2039112"/>
            <a:ext cx="4206240" cy="384048"/>
          </a:xfrm>
          <a:prstGeom prst="rect">
            <a:avLst/>
          </a:prstGeom>
          <a:noFill/>
        </p:spPr>
        <p:txBody>
          <a:bodyPr wrap="square" rtlCol="0" anchor="ctr"/>
          <a:lstStyle/>
          <a:p>
            <a:pPr marL="0" indent="0">
              <a:buNone/>
            </a:pPr>
            <a:r>
              <a:rPr lang="en-US" sz="1150">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150">
                <a:solidFill>
                  <a:srgbClr val="607D8B"/>
                </a:solidFill>
                <a:latin typeface="Calibri" panose="020F0502020204030204" pitchFamily="34" charset="0"/>
                <a:ea typeface="Calibri" panose="020F0502020204030204" pitchFamily="34" charset="-122"/>
                <a:cs typeface="Calibri" panose="020F0502020204030204" pitchFamily="34" charset="-120"/>
              </a:rPr>
              <a:t>Proposed Solution</a:t>
            </a:r>
            <a:endParaRPr lang="en-US" sz="1150"/>
          </a:p>
        </p:txBody>
      </p:sp>
      <p:sp>
        <p:nvSpPr>
          <p:cNvPr id="1048723" name="Text 7"/>
          <p:cNvSpPr/>
          <p:nvPr/>
        </p:nvSpPr>
        <p:spPr>
          <a:xfrm>
            <a:off x="4754880" y="2441448"/>
            <a:ext cx="4206240" cy="384048"/>
          </a:xfrm>
          <a:prstGeom prst="rect">
            <a:avLst/>
          </a:prstGeom>
          <a:noFill/>
        </p:spPr>
        <p:txBody>
          <a:bodyPr wrap="square" rtlCol="0" anchor="ctr"/>
          <a:lstStyle/>
          <a:p>
            <a:pPr marL="0" indent="0">
              <a:buNone/>
            </a:pPr>
            <a:r>
              <a:rPr lang="en-US" sz="1150">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150">
                <a:solidFill>
                  <a:srgbClr val="607D8B"/>
                </a:solidFill>
                <a:latin typeface="Calibri" panose="020F0502020204030204" pitchFamily="34" charset="0"/>
                <a:ea typeface="Calibri" panose="020F0502020204030204" pitchFamily="34" charset="-122"/>
                <a:cs typeface="Calibri" panose="020F0502020204030204" pitchFamily="34" charset="-120"/>
              </a:rPr>
              <a:t>System Architecture</a:t>
            </a:r>
            <a:endParaRPr lang="en-US" sz="1150"/>
          </a:p>
        </p:txBody>
      </p:sp>
      <p:sp>
        <p:nvSpPr>
          <p:cNvPr id="1048724" name="Text 8"/>
          <p:cNvSpPr/>
          <p:nvPr/>
        </p:nvSpPr>
        <p:spPr>
          <a:xfrm>
            <a:off x="4754880" y="2843784"/>
            <a:ext cx="4206240" cy="384048"/>
          </a:xfrm>
          <a:prstGeom prst="rect">
            <a:avLst/>
          </a:prstGeom>
          <a:noFill/>
        </p:spPr>
        <p:txBody>
          <a:bodyPr wrap="square" rtlCol="0" anchor="ctr"/>
          <a:lstStyle/>
          <a:p>
            <a:pPr marL="0" indent="0">
              <a:buNone/>
            </a:pPr>
            <a:r>
              <a:rPr lang="en-US" sz="1150">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150">
                <a:solidFill>
                  <a:srgbClr val="607D8B"/>
                </a:solidFill>
                <a:latin typeface="Calibri" panose="020F0502020204030204" pitchFamily="34" charset="0"/>
                <a:ea typeface="Calibri" panose="020F0502020204030204" pitchFamily="34" charset="-122"/>
                <a:cs typeface="Calibri" panose="020F0502020204030204" pitchFamily="34" charset="-120"/>
              </a:rPr>
              <a:t>Live Demo of the Project</a:t>
            </a:r>
            <a:endParaRPr lang="en-US" sz="1150"/>
          </a:p>
        </p:txBody>
      </p:sp>
      <p:sp>
        <p:nvSpPr>
          <p:cNvPr id="1048725" name="Text 9"/>
          <p:cNvSpPr/>
          <p:nvPr/>
        </p:nvSpPr>
        <p:spPr>
          <a:xfrm>
            <a:off x="4754880" y="3246120"/>
            <a:ext cx="4206240" cy="384048"/>
          </a:xfrm>
          <a:prstGeom prst="rect">
            <a:avLst/>
          </a:prstGeom>
          <a:noFill/>
        </p:spPr>
        <p:txBody>
          <a:bodyPr wrap="square" rtlCol="0" anchor="ctr"/>
          <a:lstStyle/>
          <a:p>
            <a:pPr marL="0" indent="0">
              <a:buNone/>
            </a:pPr>
            <a:r>
              <a:rPr lang="en-US" sz="1150">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150">
                <a:solidFill>
                  <a:srgbClr val="607D8B"/>
                </a:solidFill>
                <a:latin typeface="Calibri" panose="020F0502020204030204" pitchFamily="34" charset="0"/>
                <a:ea typeface="Calibri" panose="020F0502020204030204" pitchFamily="34" charset="-122"/>
                <a:cs typeface="Calibri" panose="020F0502020204030204" pitchFamily="34" charset="-120"/>
              </a:rPr>
              <a:t>Embedded Video of Project</a:t>
            </a:r>
            <a:endParaRPr lang="en-US" sz="1150"/>
          </a:p>
        </p:txBody>
      </p:sp>
      <p:sp>
        <p:nvSpPr>
          <p:cNvPr id="1048726" name="Text 10"/>
          <p:cNvSpPr/>
          <p:nvPr/>
        </p:nvSpPr>
        <p:spPr>
          <a:xfrm>
            <a:off x="4754880" y="3648456"/>
            <a:ext cx="4206240" cy="384048"/>
          </a:xfrm>
          <a:prstGeom prst="rect">
            <a:avLst/>
          </a:prstGeom>
          <a:noFill/>
        </p:spPr>
        <p:txBody>
          <a:bodyPr wrap="square" rtlCol="0" anchor="ctr"/>
          <a:lstStyle/>
          <a:p>
            <a:pPr marL="0" indent="0">
              <a:buNone/>
            </a:pPr>
            <a:r>
              <a:rPr lang="en-US" sz="1150" b="1">
                <a:solidFill>
                  <a:srgbClr val="1B3A8A"/>
                </a:solidFill>
                <a:latin typeface="Calibri" panose="020F0502020204030204" pitchFamily="34" charset="0"/>
                <a:ea typeface="Calibri" panose="020F0502020204030204" pitchFamily="34" charset="-122"/>
                <a:cs typeface="Calibri" panose="020F0502020204030204" pitchFamily="34" charset="-120"/>
              </a:rPr>
              <a:t>• Conclusion</a:t>
            </a:r>
            <a:endParaRPr lang="en-US" sz="1150"/>
          </a:p>
        </p:txBody>
      </p:sp>
      <p:sp>
        <p:nvSpPr>
          <p:cNvPr id="1048727" name="Text 11"/>
          <p:cNvSpPr/>
          <p:nvPr/>
        </p:nvSpPr>
        <p:spPr>
          <a:xfrm>
            <a:off x="4754880" y="4050792"/>
            <a:ext cx="4206240" cy="384048"/>
          </a:xfrm>
          <a:prstGeom prst="rect">
            <a:avLst/>
          </a:prstGeom>
          <a:noFill/>
        </p:spPr>
        <p:txBody>
          <a:bodyPr wrap="square" rtlCol="0" anchor="ctr"/>
          <a:lstStyle/>
          <a:p>
            <a:pPr marL="0" indent="0">
              <a:buNone/>
            </a:pPr>
            <a:r>
              <a:rPr lang="en-US" sz="1150">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150">
                <a:solidFill>
                  <a:srgbClr val="607D8B"/>
                </a:solidFill>
                <a:latin typeface="Calibri" panose="020F0502020204030204" pitchFamily="34" charset="0"/>
                <a:ea typeface="Calibri" panose="020F0502020204030204" pitchFamily="34" charset="-122"/>
                <a:cs typeface="Calibri" panose="020F0502020204030204" pitchFamily="34" charset="-120"/>
              </a:rPr>
              <a:t>Future Scope</a:t>
            </a:r>
            <a:endParaRPr lang="en-US" sz="1150"/>
          </a:p>
        </p:txBody>
      </p:sp>
      <p:sp>
        <p:nvSpPr>
          <p:cNvPr id="1048728" name="Text 12"/>
          <p:cNvSpPr/>
          <p:nvPr/>
        </p:nvSpPr>
        <p:spPr>
          <a:xfrm>
            <a:off x="457200" y="1068070"/>
            <a:ext cx="4114800" cy="3641090"/>
          </a:xfrm>
          <a:prstGeom prst="rect">
            <a:avLst/>
          </a:prstGeom>
          <a:noFill/>
        </p:spPr>
        <p:txBody>
          <a:bodyPr wrap="square" rtlCol="0" anchor="t"/>
          <a:lstStyle/>
          <a:p>
            <a:pPr marL="0" indent="0">
              <a:buNone/>
            </a:pPr>
            <a:r>
              <a:rPr lang="en-US" altLang="en-US" sz="1300"/>
              <a:t>The project successfully developed a Banking Customer Account Dashboard for effective financial analysis. It helped in organizing and analyzing customer financial data in a structured manner. The dashboard provides clear and meaningful insights into income, expenses, and savings patterns, making financial information easy to understand. By using tools like Excel, Power BI, and AI, the analysis becomes more efficient and accurate. Overall, the system enables users to better understand their financial health through simple and interactive visualizations, supporting improved financial decision-making.the project helps users gain a deeper understanding of their financial behavior, enabling them to identify unnecessary expenses and potential financial risks. It also supports better financial planning by highlighting trends and patterns over time. The integration of AI tools enhances insight generation, making the system smarter and more efficient.</a:t>
            </a:r>
          </a:p>
        </p:txBody>
      </p:sp>
      <p:sp>
        <p:nvSpPr>
          <p:cNvPr id="1048729" name="Shape 13"/>
          <p:cNvSpPr/>
          <p:nvPr/>
        </p:nvSpPr>
        <p:spPr>
          <a:xfrm>
            <a:off x="4846320" y="777240"/>
            <a:ext cx="3931920" cy="3931920"/>
          </a:xfrm>
          <a:prstGeom prst="rect">
            <a:avLst/>
          </a:prstGeom>
          <a:solidFill>
            <a:srgbClr val="F7F9FC"/>
          </a:solidFill>
          <a:ln w="12700">
            <a:solidFill>
              <a:srgbClr val="ECEFF1"/>
            </a:solidFill>
            <a:prstDash val="solid"/>
          </a:ln>
        </p:spPr>
      </p:sp>
      <p:sp>
        <p:nvSpPr>
          <p:cNvPr id="1048731" name="Text 15"/>
          <p:cNvSpPr/>
          <p:nvPr/>
        </p:nvSpPr>
        <p:spPr>
          <a:xfrm>
            <a:off x="5394960" y="1005840"/>
            <a:ext cx="2834640" cy="2194560"/>
          </a:xfrm>
          <a:prstGeom prst="rect">
            <a:avLst/>
          </a:prstGeom>
          <a:noFill/>
        </p:spPr>
        <p:txBody>
          <a:bodyPr wrap="square" rtlCol="0" anchor="ctr"/>
          <a:lstStyle/>
          <a:p>
            <a:pPr marL="0" indent="0" algn="ctr">
              <a:buNone/>
            </a:pPr>
            <a:endParaRPr lang="en-US" sz="6000" dirty="0"/>
          </a:p>
        </p:txBody>
      </p:sp>
      <p:sp>
        <p:nvSpPr>
          <p:cNvPr id="1048733" name="Text 17"/>
          <p:cNvSpPr/>
          <p:nvPr/>
        </p:nvSpPr>
        <p:spPr>
          <a:xfrm>
            <a:off x="5303520" y="3474720"/>
            <a:ext cx="3017520" cy="502920"/>
          </a:xfrm>
          <a:prstGeom prst="rect">
            <a:avLst/>
          </a:prstGeom>
          <a:noFill/>
        </p:spPr>
        <p:txBody>
          <a:bodyPr wrap="square" rtlCol="0" anchor="ctr"/>
          <a:lstStyle/>
          <a:p>
            <a:pPr marL="0" indent="0" algn="ctr">
              <a:buNone/>
            </a:pPr>
            <a:endParaRPr lang="en-US" sz="16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6321" y="777240"/>
            <a:ext cx="3977640" cy="393192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693" name="Shape 0"/>
          <p:cNvSpPr/>
          <p:nvPr/>
        </p:nvSpPr>
        <p:spPr>
          <a:xfrm>
            <a:off x="0" y="0"/>
            <a:ext cx="9144000" cy="502920"/>
          </a:xfrm>
          <a:prstGeom prst="rect">
            <a:avLst/>
          </a:prstGeom>
          <a:solidFill>
            <a:srgbClr val="1B3A8A"/>
          </a:solidFill>
        </p:spPr>
      </p:sp>
      <p:sp>
        <p:nvSpPr>
          <p:cNvPr id="1048694" name="Text 1"/>
          <p:cNvSpPr/>
          <p:nvPr/>
        </p:nvSpPr>
        <p:spPr>
          <a:xfrm>
            <a:off x="7772400" y="45720"/>
            <a:ext cx="1280160" cy="411480"/>
          </a:xfrm>
          <a:prstGeom prst="rect">
            <a:avLst/>
          </a:prstGeom>
          <a:noFill/>
        </p:spPr>
        <p:txBody>
          <a:bodyPr wrap="square" rtlCol="0" anchor="ctr"/>
          <a:lstStyle/>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edunet</a:t>
            </a:r>
            <a:endParaRPr lang="en-US" sz="800"/>
          </a:p>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foundation</a:t>
            </a:r>
            <a:endParaRPr lang="en-US" sz="800"/>
          </a:p>
        </p:txBody>
      </p:sp>
      <p:sp>
        <p:nvSpPr>
          <p:cNvPr id="1048695" name="Text 2"/>
          <p:cNvSpPr/>
          <p:nvPr/>
        </p:nvSpPr>
        <p:spPr>
          <a:xfrm>
            <a:off x="320040" y="621792"/>
            <a:ext cx="8229600" cy="438912"/>
          </a:xfrm>
          <a:prstGeom prst="rect">
            <a:avLst/>
          </a:prstGeom>
          <a:noFill/>
        </p:spPr>
        <p:txBody>
          <a:bodyPr wrap="square" rtlCol="0" anchor="ctr"/>
          <a:lstStyle/>
          <a:p>
            <a:pPr marL="0" indent="0">
              <a:buNone/>
            </a:pPr>
            <a:r>
              <a:rPr lang="en-US" sz="2200" b="1">
                <a:solidFill>
                  <a:srgbClr val="1B3A8A"/>
                </a:solidFill>
                <a:latin typeface="Calibri" panose="020F0502020204030204" pitchFamily="34" charset="0"/>
                <a:ea typeface="Calibri" panose="020F0502020204030204" pitchFamily="34" charset="-122"/>
                <a:cs typeface="Calibri" panose="020F0502020204030204" pitchFamily="34" charset="-120"/>
              </a:rPr>
              <a:t>Live Demo of Project</a:t>
            </a:r>
            <a:endParaRPr lang="en-US" sz="2200"/>
          </a:p>
        </p:txBody>
      </p:sp>
      <p:sp>
        <p:nvSpPr>
          <p:cNvPr id="1048696" name="Shape 3"/>
          <p:cNvSpPr/>
          <p:nvPr/>
        </p:nvSpPr>
        <p:spPr>
          <a:xfrm>
            <a:off x="0" y="4983480"/>
            <a:ext cx="9144000" cy="160020"/>
          </a:xfrm>
          <a:prstGeom prst="rect">
            <a:avLst/>
          </a:prstGeom>
          <a:solidFill>
            <a:srgbClr val="1B3A8A"/>
          </a:solidFill>
        </p:spPr>
      </p:sp>
      <p:sp>
        <p:nvSpPr>
          <p:cNvPr id="1048697" name="Text 4"/>
          <p:cNvSpPr/>
          <p:nvPr/>
        </p:nvSpPr>
        <p:spPr>
          <a:xfrm>
            <a:off x="365760" y="1115568"/>
            <a:ext cx="8412480" cy="320040"/>
          </a:xfrm>
          <a:prstGeom prst="rect">
            <a:avLst/>
          </a:prstGeom>
          <a:noFill/>
        </p:spPr>
        <p:txBody>
          <a:bodyPr wrap="square" rtlCol="0" anchor="ctr"/>
          <a:lstStyle/>
          <a:p>
            <a:pPr marL="0" indent="0">
              <a:buNone/>
            </a:pPr>
            <a:r>
              <a:rPr lang="en-US" sz="1200" i="1">
                <a:solidFill>
                  <a:srgbClr val="607D8B"/>
                </a:solidFill>
                <a:latin typeface="Calibri" panose="020F0502020204030204" pitchFamily="34" charset="0"/>
                <a:ea typeface="Calibri" panose="020F0502020204030204" pitchFamily="34" charset="-122"/>
                <a:cs typeface="Calibri" panose="020F0502020204030204" pitchFamily="34" charset="-120"/>
              </a:rPr>
              <a:t>Here's the list of some demo screenshots / features of the project:</a:t>
            </a:r>
            <a:endParaRPr lang="en-US" sz="1200"/>
          </a:p>
        </p:txBody>
      </p:sp>
      <p:sp>
        <p:nvSpPr>
          <p:cNvPr id="1048699" name="Text 6"/>
          <p:cNvSpPr/>
          <p:nvPr/>
        </p:nvSpPr>
        <p:spPr>
          <a:xfrm>
            <a:off x="978408" y="1463040"/>
            <a:ext cx="1371600" cy="1371600"/>
          </a:xfrm>
          <a:prstGeom prst="rect">
            <a:avLst/>
          </a:prstGeom>
          <a:noFill/>
        </p:spPr>
        <p:txBody>
          <a:bodyPr wrap="square" rtlCol="0" anchor="ctr"/>
          <a:lstStyle/>
          <a:p>
            <a:pPr marL="0" indent="0" algn="ctr">
              <a:buNone/>
            </a:pPr>
            <a:endParaRPr lang="en-US" sz="3600" dirty="0"/>
          </a:p>
        </p:txBody>
      </p:sp>
      <p:sp>
        <p:nvSpPr>
          <p:cNvPr id="1048700" name="Shape 7"/>
          <p:cNvSpPr/>
          <p:nvPr>
            <p:custDataLst>
              <p:tags r:id="rId1"/>
            </p:custDataLst>
          </p:nvPr>
        </p:nvSpPr>
        <p:spPr>
          <a:xfrm>
            <a:off x="274320" y="2011680"/>
            <a:ext cx="2788920" cy="2651760"/>
          </a:xfrm>
          <a:prstGeom prst="rect">
            <a:avLst/>
          </a:prstGeom>
          <a:solidFill>
            <a:srgbClr val="1565C0"/>
          </a:solidFill>
          <a:effectLst>
            <a:outerShdw blurRad="101600" dist="38100" dir="8100000" algn="bl" rotWithShape="0">
              <a:srgbClr val="000000">
                <a:alpha val="15000"/>
              </a:srgbClr>
            </a:outerShdw>
          </a:effectLst>
        </p:spPr>
      </p:sp>
      <p:sp>
        <p:nvSpPr>
          <p:cNvPr id="1048701" name="Text 8"/>
          <p:cNvSpPr/>
          <p:nvPr>
            <p:custDataLst>
              <p:tags r:id="rId2"/>
            </p:custDataLst>
          </p:nvPr>
        </p:nvSpPr>
        <p:spPr>
          <a:xfrm>
            <a:off x="274320" y="2651760"/>
            <a:ext cx="2788920" cy="411480"/>
          </a:xfrm>
          <a:prstGeom prst="rect">
            <a:avLst/>
          </a:prstGeom>
          <a:noFill/>
        </p:spPr>
        <p:txBody>
          <a:bodyPr wrap="square" rtlCol="0" anchor="ctr"/>
          <a:lstStyle/>
          <a:p>
            <a:pPr marL="0" indent="0" algn="ctr">
              <a:buNone/>
            </a:pPr>
            <a:r>
              <a:rPr lang="en-US" sz="1600" b="1">
                <a:solidFill>
                  <a:srgbClr val="FFFFFF"/>
                </a:solidFill>
                <a:latin typeface="Calibri" panose="020F0502020204030204" pitchFamily="34" charset="0"/>
                <a:ea typeface="Calibri" panose="020F0502020204030204" pitchFamily="34" charset="-122"/>
                <a:cs typeface="Calibri" panose="020F0502020204030204" pitchFamily="34" charset="-120"/>
              </a:rPr>
              <a:t>Demo 1</a:t>
            </a:r>
            <a:endParaRPr lang="en-US" sz="1600"/>
          </a:p>
        </p:txBody>
      </p:sp>
      <p:sp>
        <p:nvSpPr>
          <p:cNvPr id="1048702" name="Text 9"/>
          <p:cNvSpPr/>
          <p:nvPr>
            <p:custDataLst>
              <p:tags r:id="rId3"/>
            </p:custDataLst>
          </p:nvPr>
        </p:nvSpPr>
        <p:spPr>
          <a:xfrm>
            <a:off x="411480" y="3127248"/>
            <a:ext cx="2514600" cy="1371600"/>
          </a:xfrm>
          <a:prstGeom prst="rect">
            <a:avLst/>
          </a:prstGeom>
          <a:noFill/>
        </p:spPr>
        <p:txBody>
          <a:bodyPr wrap="square" rtlCol="0" anchor="ctr"/>
          <a:lstStyle/>
          <a:p>
            <a:pPr marL="0" indent="0" algn="ctr">
              <a:buNone/>
            </a:pPr>
            <a:endParaRPr lang="en-US" sz="1050"/>
          </a:p>
        </p:txBody>
      </p:sp>
      <p:sp>
        <p:nvSpPr>
          <p:cNvPr id="1048704" name="Text 11"/>
          <p:cNvSpPr/>
          <p:nvPr/>
        </p:nvSpPr>
        <p:spPr>
          <a:xfrm>
            <a:off x="3922776" y="1463040"/>
            <a:ext cx="1371600" cy="1371600"/>
          </a:xfrm>
          <a:prstGeom prst="rect">
            <a:avLst/>
          </a:prstGeom>
          <a:noFill/>
        </p:spPr>
        <p:txBody>
          <a:bodyPr wrap="square" rtlCol="0" anchor="ctr"/>
          <a:lstStyle/>
          <a:p>
            <a:pPr marL="0" indent="0" algn="ctr">
              <a:buNone/>
            </a:pPr>
            <a:endParaRPr lang="en-US" sz="3600" dirty="0"/>
          </a:p>
        </p:txBody>
      </p:sp>
      <p:sp>
        <p:nvSpPr>
          <p:cNvPr id="1048705" name="Shape 12"/>
          <p:cNvSpPr/>
          <p:nvPr>
            <p:custDataLst>
              <p:tags r:id="rId4"/>
            </p:custDataLst>
          </p:nvPr>
        </p:nvSpPr>
        <p:spPr>
          <a:xfrm>
            <a:off x="3218688" y="2011680"/>
            <a:ext cx="2788920" cy="2651760"/>
          </a:xfrm>
          <a:prstGeom prst="rect">
            <a:avLst/>
          </a:prstGeom>
          <a:solidFill>
            <a:srgbClr val="1565C0"/>
          </a:solidFill>
          <a:effectLst>
            <a:outerShdw blurRad="101600" dist="38100" dir="8100000" algn="bl" rotWithShape="0">
              <a:srgbClr val="000000">
                <a:alpha val="15000"/>
              </a:srgbClr>
            </a:outerShdw>
          </a:effectLst>
        </p:spPr>
      </p:sp>
      <p:sp>
        <p:nvSpPr>
          <p:cNvPr id="1048706" name="Text 13"/>
          <p:cNvSpPr/>
          <p:nvPr>
            <p:custDataLst>
              <p:tags r:id="rId5"/>
            </p:custDataLst>
          </p:nvPr>
        </p:nvSpPr>
        <p:spPr>
          <a:xfrm>
            <a:off x="3218688" y="2651760"/>
            <a:ext cx="2788920" cy="411480"/>
          </a:xfrm>
          <a:prstGeom prst="rect">
            <a:avLst/>
          </a:prstGeom>
          <a:noFill/>
        </p:spPr>
        <p:txBody>
          <a:bodyPr wrap="square" rtlCol="0" anchor="ctr"/>
          <a:lstStyle/>
          <a:p>
            <a:pPr marL="0" indent="0" algn="ctr">
              <a:buNone/>
            </a:pPr>
            <a:r>
              <a:rPr lang="en-US" sz="1600" b="1">
                <a:solidFill>
                  <a:srgbClr val="FFFFFF"/>
                </a:solidFill>
                <a:latin typeface="Calibri" panose="020F0502020204030204" pitchFamily="34" charset="0"/>
                <a:ea typeface="Calibri" panose="020F0502020204030204" pitchFamily="34" charset="-122"/>
                <a:cs typeface="Calibri" panose="020F0502020204030204" pitchFamily="34" charset="-120"/>
              </a:rPr>
              <a:t>Demo 2</a:t>
            </a:r>
            <a:endParaRPr lang="en-US" sz="1600"/>
          </a:p>
        </p:txBody>
      </p:sp>
      <p:sp>
        <p:nvSpPr>
          <p:cNvPr id="1048707" name="Text 14"/>
          <p:cNvSpPr/>
          <p:nvPr>
            <p:custDataLst>
              <p:tags r:id="rId6"/>
            </p:custDataLst>
          </p:nvPr>
        </p:nvSpPr>
        <p:spPr>
          <a:xfrm>
            <a:off x="3355848" y="3127248"/>
            <a:ext cx="2514600" cy="1371600"/>
          </a:xfrm>
          <a:prstGeom prst="rect">
            <a:avLst/>
          </a:prstGeom>
          <a:noFill/>
        </p:spPr>
        <p:txBody>
          <a:bodyPr wrap="square" rtlCol="0" anchor="ctr"/>
          <a:lstStyle/>
          <a:p>
            <a:pPr marL="0" indent="0" algn="ctr">
              <a:buNone/>
            </a:pPr>
            <a:endParaRPr lang="en-US" sz="1050"/>
          </a:p>
        </p:txBody>
      </p:sp>
      <p:sp>
        <p:nvSpPr>
          <p:cNvPr id="1048709" name="Text 16"/>
          <p:cNvSpPr/>
          <p:nvPr/>
        </p:nvSpPr>
        <p:spPr>
          <a:xfrm>
            <a:off x="6867144" y="1463040"/>
            <a:ext cx="1371600" cy="1371600"/>
          </a:xfrm>
          <a:prstGeom prst="rect">
            <a:avLst/>
          </a:prstGeom>
          <a:noFill/>
        </p:spPr>
        <p:txBody>
          <a:bodyPr wrap="square" rtlCol="0" anchor="ctr"/>
          <a:lstStyle/>
          <a:p>
            <a:pPr marL="0" indent="0" algn="ctr">
              <a:buNone/>
            </a:pPr>
            <a:endParaRPr lang="en-US" sz="3600" dirty="0"/>
          </a:p>
        </p:txBody>
      </p:sp>
      <p:sp>
        <p:nvSpPr>
          <p:cNvPr id="1048711" name="Text 18"/>
          <p:cNvSpPr/>
          <p:nvPr>
            <p:custDataLst>
              <p:tags r:id="rId7"/>
            </p:custDataLst>
          </p:nvPr>
        </p:nvSpPr>
        <p:spPr>
          <a:xfrm>
            <a:off x="6163056" y="2651760"/>
            <a:ext cx="2788920" cy="411480"/>
          </a:xfrm>
          <a:prstGeom prst="rect">
            <a:avLst/>
          </a:prstGeom>
          <a:noFill/>
        </p:spPr>
        <p:txBody>
          <a:bodyPr wrap="square" rtlCol="0" anchor="ctr"/>
          <a:lstStyle/>
          <a:p>
            <a:pPr marL="0" indent="0" algn="ctr">
              <a:buNone/>
            </a:pPr>
            <a:r>
              <a:rPr lang="en-US" sz="1600" b="1" dirty="0" smtClean="0">
                <a:solidFill>
                  <a:srgbClr val="FFFFFF"/>
                </a:solidFill>
                <a:latin typeface="Calibri" panose="020F0502020204030204" pitchFamily="34" charset="0"/>
                <a:ea typeface="Calibri" panose="020F0502020204030204" pitchFamily="34" charset="-122"/>
                <a:cs typeface="Calibri" panose="020F0502020204030204" pitchFamily="34" charset="-120"/>
              </a:rPr>
              <a:t> </a:t>
            </a: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600" dirty="0"/>
          </a:p>
        </p:txBody>
      </p:sp>
      <p:sp>
        <p:nvSpPr>
          <p:cNvPr id="1048712" name="Text 19"/>
          <p:cNvSpPr/>
          <p:nvPr>
            <p:custDataLst>
              <p:tags r:id="rId8"/>
            </p:custDataLst>
          </p:nvPr>
        </p:nvSpPr>
        <p:spPr>
          <a:xfrm>
            <a:off x="6300216" y="3127248"/>
            <a:ext cx="2514600" cy="1371600"/>
          </a:xfrm>
          <a:prstGeom prst="rect">
            <a:avLst/>
          </a:prstGeom>
          <a:noFill/>
        </p:spPr>
        <p:txBody>
          <a:bodyPr wrap="square" rtlCol="0" anchor="ctr"/>
          <a:lstStyle/>
          <a:p>
            <a:pPr marL="0" indent="0" algn="ctr">
              <a:buNone/>
            </a:pPr>
            <a:endParaRPr lang="en-US" sz="1050" dirty="0"/>
          </a:p>
        </p:txBody>
      </p:sp>
      <p:pic>
        <p:nvPicPr>
          <p:cNvPr id="2" name="Picture 1"/>
          <p:cNvPicPr>
            <a:picLocks noChangeAspect="1"/>
          </p:cNvPicPr>
          <p:nvPr/>
        </p:nvPicPr>
        <p:blipFill>
          <a:blip r:embed="rId11"/>
          <a:stretch>
            <a:fillRect/>
          </a:stretch>
        </p:blipFill>
        <p:spPr>
          <a:xfrm>
            <a:off x="320039" y="2048256"/>
            <a:ext cx="2643621" cy="2553494"/>
          </a:xfrm>
          <a:prstGeom prst="rect">
            <a:avLst/>
          </a:prstGeom>
        </p:spPr>
      </p:pic>
      <p:graphicFrame>
        <p:nvGraphicFramePr>
          <p:cNvPr id="14" name="Chart 13"/>
          <p:cNvGraphicFramePr/>
          <p:nvPr>
            <p:extLst>
              <p:ext uri="{D42A27DB-BD31-4B8C-83A1-F6EECF244321}">
                <p14:modId xmlns:p14="http://schemas.microsoft.com/office/powerpoint/2010/main" val="2195324021"/>
              </p:ext>
            </p:extLst>
          </p:nvPr>
        </p:nvGraphicFramePr>
        <p:xfrm>
          <a:off x="7619999" y="539750"/>
          <a:ext cx="45719" cy="2112010"/>
        </p:xfrm>
        <a:graphic>
          <a:graphicData uri="http://schemas.openxmlformats.org/drawingml/2006/chart">
            <c:chart xmlns:c="http://schemas.openxmlformats.org/drawingml/2006/chart" xmlns:r="http://schemas.openxmlformats.org/officeDocument/2006/relationships" r:id="rId12"/>
          </a:graphicData>
        </a:graphic>
      </p:graphicFrame>
      <p:pic>
        <p:nvPicPr>
          <p:cNvPr id="15" name="Picture 14"/>
          <p:cNvPicPr>
            <a:picLocks noChangeAspect="1"/>
          </p:cNvPicPr>
          <p:nvPr/>
        </p:nvPicPr>
        <p:blipFill>
          <a:blip r:embed="rId13"/>
          <a:stretch>
            <a:fillRect/>
          </a:stretch>
        </p:blipFill>
        <p:spPr>
          <a:xfrm>
            <a:off x="3209544" y="2027570"/>
            <a:ext cx="2734056" cy="2583404"/>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737" name="Shape 0"/>
          <p:cNvSpPr/>
          <p:nvPr/>
        </p:nvSpPr>
        <p:spPr>
          <a:xfrm>
            <a:off x="0" y="0"/>
            <a:ext cx="9144000" cy="502920"/>
          </a:xfrm>
          <a:prstGeom prst="rect">
            <a:avLst/>
          </a:prstGeom>
          <a:solidFill>
            <a:srgbClr val="1B3A8A"/>
          </a:solidFill>
        </p:spPr>
      </p:sp>
      <p:sp>
        <p:nvSpPr>
          <p:cNvPr id="1048738" name="Text 1"/>
          <p:cNvSpPr/>
          <p:nvPr/>
        </p:nvSpPr>
        <p:spPr>
          <a:xfrm>
            <a:off x="7772400" y="45720"/>
            <a:ext cx="1280160" cy="411480"/>
          </a:xfrm>
          <a:prstGeom prst="rect">
            <a:avLst/>
          </a:prstGeom>
          <a:noFill/>
        </p:spPr>
        <p:txBody>
          <a:bodyPr wrap="square" rtlCol="0" anchor="ctr"/>
          <a:lstStyle/>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edunet</a:t>
            </a:r>
            <a:endParaRPr lang="en-US" sz="800"/>
          </a:p>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foundation</a:t>
            </a:r>
            <a:endParaRPr lang="en-US" sz="800"/>
          </a:p>
        </p:txBody>
      </p:sp>
      <p:sp>
        <p:nvSpPr>
          <p:cNvPr id="1048739" name="Text 2"/>
          <p:cNvSpPr/>
          <p:nvPr/>
        </p:nvSpPr>
        <p:spPr>
          <a:xfrm>
            <a:off x="320040" y="621792"/>
            <a:ext cx="8229600" cy="438912"/>
          </a:xfrm>
          <a:prstGeom prst="rect">
            <a:avLst/>
          </a:prstGeom>
          <a:noFill/>
        </p:spPr>
        <p:txBody>
          <a:bodyPr wrap="square" rtlCol="0" anchor="ctr"/>
          <a:lstStyle/>
          <a:p>
            <a:pPr marL="0" indent="0">
              <a:buNone/>
            </a:pPr>
            <a:r>
              <a:rPr lang="en-US" sz="2200" b="1">
                <a:solidFill>
                  <a:srgbClr val="1B3A8A"/>
                </a:solidFill>
                <a:latin typeface="Calibri" panose="020F0502020204030204" pitchFamily="34" charset="0"/>
                <a:ea typeface="Calibri" panose="020F0502020204030204" pitchFamily="34" charset="-122"/>
                <a:cs typeface="Calibri" panose="020F0502020204030204" pitchFamily="34" charset="-120"/>
              </a:rPr>
              <a:t>Future Scope</a:t>
            </a:r>
            <a:endParaRPr lang="en-US" sz="2200"/>
          </a:p>
        </p:txBody>
      </p:sp>
      <p:sp>
        <p:nvSpPr>
          <p:cNvPr id="1048740" name="Shape 3"/>
          <p:cNvSpPr/>
          <p:nvPr/>
        </p:nvSpPr>
        <p:spPr>
          <a:xfrm>
            <a:off x="0" y="4983480"/>
            <a:ext cx="9144000" cy="160020"/>
          </a:xfrm>
          <a:prstGeom prst="rect">
            <a:avLst/>
          </a:prstGeom>
          <a:solidFill>
            <a:srgbClr val="1B3A8A"/>
          </a:solidFill>
        </p:spPr>
      </p:sp>
      <p:sp>
        <p:nvSpPr>
          <p:cNvPr id="1048741" name="Text 4"/>
          <p:cNvSpPr/>
          <p:nvPr/>
        </p:nvSpPr>
        <p:spPr>
          <a:xfrm>
            <a:off x="4754880" y="1234440"/>
            <a:ext cx="4206240" cy="384048"/>
          </a:xfrm>
          <a:prstGeom prst="rect">
            <a:avLst/>
          </a:prstGeom>
          <a:noFill/>
        </p:spPr>
        <p:txBody>
          <a:bodyPr wrap="square" rtlCol="0" anchor="ctr"/>
          <a:lstStyle/>
          <a:p>
            <a:pPr marL="0" indent="0">
              <a:buNone/>
            </a:pPr>
            <a:r>
              <a:rPr lang="en-US" sz="1150">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150">
                <a:solidFill>
                  <a:srgbClr val="607D8B"/>
                </a:solidFill>
                <a:latin typeface="Calibri" panose="020F0502020204030204" pitchFamily="34" charset="0"/>
                <a:ea typeface="Calibri" panose="020F0502020204030204" pitchFamily="34" charset="-122"/>
                <a:cs typeface="Calibri" panose="020F0502020204030204" pitchFamily="34" charset="-120"/>
              </a:rPr>
              <a:t>Abstract of the Project</a:t>
            </a:r>
            <a:endParaRPr lang="en-US" sz="1150"/>
          </a:p>
        </p:txBody>
      </p:sp>
      <p:sp>
        <p:nvSpPr>
          <p:cNvPr id="1048742" name="Text 5"/>
          <p:cNvSpPr/>
          <p:nvPr/>
        </p:nvSpPr>
        <p:spPr>
          <a:xfrm>
            <a:off x="4754880" y="1636776"/>
            <a:ext cx="4206240" cy="384048"/>
          </a:xfrm>
          <a:prstGeom prst="rect">
            <a:avLst/>
          </a:prstGeom>
          <a:noFill/>
        </p:spPr>
        <p:txBody>
          <a:bodyPr wrap="square" rtlCol="0" anchor="ctr"/>
          <a:lstStyle/>
          <a:p>
            <a:pPr marL="0" indent="0">
              <a:buNone/>
            </a:pPr>
            <a:r>
              <a:rPr lang="en-US" sz="1150">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150">
                <a:solidFill>
                  <a:srgbClr val="607D8B"/>
                </a:solidFill>
                <a:latin typeface="Calibri" panose="020F0502020204030204" pitchFamily="34" charset="0"/>
                <a:ea typeface="Calibri" panose="020F0502020204030204" pitchFamily="34" charset="-122"/>
                <a:cs typeface="Calibri" panose="020F0502020204030204" pitchFamily="34" charset="-120"/>
              </a:rPr>
              <a:t>Problem Statement</a:t>
            </a:r>
            <a:endParaRPr lang="en-US" sz="1150"/>
          </a:p>
        </p:txBody>
      </p:sp>
      <p:sp>
        <p:nvSpPr>
          <p:cNvPr id="1048743" name="Text 6"/>
          <p:cNvSpPr/>
          <p:nvPr/>
        </p:nvSpPr>
        <p:spPr>
          <a:xfrm>
            <a:off x="4754880" y="2039112"/>
            <a:ext cx="4206240" cy="384048"/>
          </a:xfrm>
          <a:prstGeom prst="rect">
            <a:avLst/>
          </a:prstGeom>
          <a:noFill/>
        </p:spPr>
        <p:txBody>
          <a:bodyPr wrap="square" rtlCol="0" anchor="ctr"/>
          <a:lstStyle/>
          <a:p>
            <a:pPr marL="0" indent="0">
              <a:buNone/>
            </a:pPr>
            <a:r>
              <a:rPr lang="en-US" sz="1150">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150">
                <a:solidFill>
                  <a:srgbClr val="607D8B"/>
                </a:solidFill>
                <a:latin typeface="Calibri" panose="020F0502020204030204" pitchFamily="34" charset="0"/>
                <a:ea typeface="Calibri" panose="020F0502020204030204" pitchFamily="34" charset="-122"/>
                <a:cs typeface="Calibri" panose="020F0502020204030204" pitchFamily="34" charset="-120"/>
              </a:rPr>
              <a:t>Proposed Solution</a:t>
            </a:r>
            <a:endParaRPr lang="en-US" sz="1150"/>
          </a:p>
        </p:txBody>
      </p:sp>
      <p:sp>
        <p:nvSpPr>
          <p:cNvPr id="1048744" name="Text 7"/>
          <p:cNvSpPr/>
          <p:nvPr/>
        </p:nvSpPr>
        <p:spPr>
          <a:xfrm>
            <a:off x="4754880" y="2441448"/>
            <a:ext cx="4206240" cy="384048"/>
          </a:xfrm>
          <a:prstGeom prst="rect">
            <a:avLst/>
          </a:prstGeom>
          <a:noFill/>
        </p:spPr>
        <p:txBody>
          <a:bodyPr wrap="square" rtlCol="0" anchor="ctr"/>
          <a:lstStyle/>
          <a:p>
            <a:pPr marL="0" indent="0">
              <a:buNone/>
            </a:pPr>
            <a:r>
              <a:rPr lang="en-US" sz="1150">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150">
                <a:solidFill>
                  <a:srgbClr val="607D8B"/>
                </a:solidFill>
                <a:latin typeface="Calibri" panose="020F0502020204030204" pitchFamily="34" charset="0"/>
                <a:ea typeface="Calibri" panose="020F0502020204030204" pitchFamily="34" charset="-122"/>
                <a:cs typeface="Calibri" panose="020F0502020204030204" pitchFamily="34" charset="-120"/>
              </a:rPr>
              <a:t>System Architecture</a:t>
            </a:r>
            <a:endParaRPr lang="en-US" sz="1150"/>
          </a:p>
        </p:txBody>
      </p:sp>
      <p:sp>
        <p:nvSpPr>
          <p:cNvPr id="1048745" name="Text 8"/>
          <p:cNvSpPr/>
          <p:nvPr/>
        </p:nvSpPr>
        <p:spPr>
          <a:xfrm>
            <a:off x="4754880" y="2843784"/>
            <a:ext cx="4206240" cy="384048"/>
          </a:xfrm>
          <a:prstGeom prst="rect">
            <a:avLst/>
          </a:prstGeom>
          <a:noFill/>
        </p:spPr>
        <p:txBody>
          <a:bodyPr wrap="square" rtlCol="0" anchor="ctr"/>
          <a:lstStyle/>
          <a:p>
            <a:pPr marL="0" indent="0">
              <a:buNone/>
            </a:pPr>
            <a:r>
              <a:rPr lang="en-US" sz="1150">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150">
                <a:solidFill>
                  <a:srgbClr val="607D8B"/>
                </a:solidFill>
                <a:latin typeface="Calibri" panose="020F0502020204030204" pitchFamily="34" charset="0"/>
                <a:ea typeface="Calibri" panose="020F0502020204030204" pitchFamily="34" charset="-122"/>
                <a:cs typeface="Calibri" panose="020F0502020204030204" pitchFamily="34" charset="-120"/>
              </a:rPr>
              <a:t>Live Demo of the Project</a:t>
            </a:r>
            <a:endParaRPr lang="en-US" sz="1150"/>
          </a:p>
        </p:txBody>
      </p:sp>
      <p:sp>
        <p:nvSpPr>
          <p:cNvPr id="1048746" name="Text 9"/>
          <p:cNvSpPr/>
          <p:nvPr/>
        </p:nvSpPr>
        <p:spPr>
          <a:xfrm>
            <a:off x="4754880" y="3246120"/>
            <a:ext cx="4206240" cy="384048"/>
          </a:xfrm>
          <a:prstGeom prst="rect">
            <a:avLst/>
          </a:prstGeom>
          <a:noFill/>
        </p:spPr>
        <p:txBody>
          <a:bodyPr wrap="square" rtlCol="0" anchor="ctr"/>
          <a:lstStyle/>
          <a:p>
            <a:pPr marL="0" indent="0">
              <a:buNone/>
            </a:pPr>
            <a:r>
              <a:rPr lang="en-US" sz="1150">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150">
                <a:solidFill>
                  <a:srgbClr val="607D8B"/>
                </a:solidFill>
                <a:latin typeface="Calibri" panose="020F0502020204030204" pitchFamily="34" charset="0"/>
                <a:ea typeface="Calibri" panose="020F0502020204030204" pitchFamily="34" charset="-122"/>
                <a:cs typeface="Calibri" panose="020F0502020204030204" pitchFamily="34" charset="-120"/>
              </a:rPr>
              <a:t>Embedded Video of Project</a:t>
            </a:r>
            <a:endParaRPr lang="en-US" sz="1150"/>
          </a:p>
        </p:txBody>
      </p:sp>
      <p:sp>
        <p:nvSpPr>
          <p:cNvPr id="1048747" name="Text 10"/>
          <p:cNvSpPr/>
          <p:nvPr/>
        </p:nvSpPr>
        <p:spPr>
          <a:xfrm>
            <a:off x="4754880" y="3648456"/>
            <a:ext cx="4206240" cy="384048"/>
          </a:xfrm>
          <a:prstGeom prst="rect">
            <a:avLst/>
          </a:prstGeom>
          <a:noFill/>
        </p:spPr>
        <p:txBody>
          <a:bodyPr wrap="square" rtlCol="0" anchor="ctr"/>
          <a:lstStyle/>
          <a:p>
            <a:pPr marL="0" indent="0">
              <a:buNone/>
            </a:pPr>
            <a:r>
              <a:rPr lang="en-US" sz="1150">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150">
                <a:solidFill>
                  <a:srgbClr val="607D8B"/>
                </a:solidFill>
                <a:latin typeface="Calibri" panose="020F0502020204030204" pitchFamily="34" charset="0"/>
                <a:ea typeface="Calibri" panose="020F0502020204030204" pitchFamily="34" charset="-122"/>
                <a:cs typeface="Calibri" panose="020F0502020204030204" pitchFamily="34" charset="-120"/>
              </a:rPr>
              <a:t>Conclusion</a:t>
            </a:r>
            <a:endParaRPr lang="en-US" sz="1150"/>
          </a:p>
        </p:txBody>
      </p:sp>
      <p:sp>
        <p:nvSpPr>
          <p:cNvPr id="1048748" name="Text 11"/>
          <p:cNvSpPr/>
          <p:nvPr/>
        </p:nvSpPr>
        <p:spPr>
          <a:xfrm>
            <a:off x="4754880" y="4050792"/>
            <a:ext cx="4206240" cy="384048"/>
          </a:xfrm>
          <a:prstGeom prst="rect">
            <a:avLst/>
          </a:prstGeom>
          <a:noFill/>
        </p:spPr>
        <p:txBody>
          <a:bodyPr wrap="square" rtlCol="0" anchor="ctr"/>
          <a:lstStyle/>
          <a:p>
            <a:pPr marL="0" indent="0">
              <a:buNone/>
            </a:pPr>
            <a:r>
              <a:rPr lang="en-US" sz="1150" b="1">
                <a:solidFill>
                  <a:srgbClr val="1B3A8A"/>
                </a:solidFill>
                <a:latin typeface="Calibri" panose="020F0502020204030204" pitchFamily="34" charset="0"/>
                <a:ea typeface="Calibri" panose="020F0502020204030204" pitchFamily="34" charset="-122"/>
                <a:cs typeface="Calibri" panose="020F0502020204030204" pitchFamily="34" charset="-120"/>
              </a:rPr>
              <a:t>• Future Scope</a:t>
            </a:r>
            <a:endParaRPr lang="en-US" sz="1150"/>
          </a:p>
        </p:txBody>
      </p:sp>
      <p:sp>
        <p:nvSpPr>
          <p:cNvPr id="1048749" name="Text 12"/>
          <p:cNvSpPr/>
          <p:nvPr/>
        </p:nvSpPr>
        <p:spPr>
          <a:xfrm>
            <a:off x="457200" y="1089025"/>
            <a:ext cx="4114800" cy="3619500"/>
          </a:xfrm>
          <a:prstGeom prst="rect">
            <a:avLst/>
          </a:prstGeom>
          <a:noFill/>
        </p:spPr>
        <p:txBody>
          <a:bodyPr wrap="square" rtlCol="0" anchor="t"/>
          <a:lstStyle/>
          <a:p>
            <a:pPr marL="0" indent="0">
              <a:buNone/>
            </a:pPr>
            <a:r>
              <a:rPr lang="en-US" altLang="en-US" sz="1300"/>
              <a:t>Add real-time data integration from bank servers for live updates. Use advanced AI/ML models to predict future expenses and savings. Provide personalized financial advice based on user behavior. Develop a mobile application for easy access anytime, anywhere. Integrate with multiple bank accounts and UPI apps in one dashboard.The project can be further enhanced by integrating real-time data from bank servers, allowing users to access up-to-date financial information instantly. Advanced AI and machine learning models can be implemented to predict future expenses, savings, and financial trends, helping users plan better. The system can also be improved by providing personalized financial advice based on individual spending behavior and income patterns. Additionally, developing a mobile application would make the dashboard more accessible, enabling users to monitor their finances anytime and anywhere.</a:t>
            </a:r>
          </a:p>
        </p:txBody>
      </p:sp>
      <p:sp>
        <p:nvSpPr>
          <p:cNvPr id="1048750" name="Shape 13"/>
          <p:cNvSpPr/>
          <p:nvPr/>
        </p:nvSpPr>
        <p:spPr>
          <a:xfrm>
            <a:off x="4846320" y="777240"/>
            <a:ext cx="3703320" cy="3931920"/>
          </a:xfrm>
          <a:prstGeom prst="rect">
            <a:avLst/>
          </a:prstGeom>
          <a:solidFill>
            <a:srgbClr val="F7F9FC"/>
          </a:solidFill>
          <a:ln w="12700">
            <a:solidFill>
              <a:srgbClr val="ECEFF1"/>
            </a:solidFill>
            <a:prstDash val="solid"/>
          </a:ln>
        </p:spPr>
      </p:sp>
      <p:sp>
        <p:nvSpPr>
          <p:cNvPr id="1048751" name="Text 14"/>
          <p:cNvSpPr/>
          <p:nvPr/>
        </p:nvSpPr>
        <p:spPr>
          <a:xfrm>
            <a:off x="4846320" y="914400"/>
            <a:ext cx="3931920" cy="2926080"/>
          </a:xfrm>
          <a:prstGeom prst="rect">
            <a:avLst/>
          </a:prstGeom>
          <a:noFill/>
        </p:spPr>
        <p:txBody>
          <a:bodyPr wrap="square" rtlCol="0" anchor="ctr"/>
          <a:lstStyle/>
          <a:p>
            <a:pPr marL="0" indent="0" algn="ctr">
              <a:buNone/>
            </a:pPr>
            <a:endParaRPr lang="en-US" sz="10000" dirty="0"/>
          </a:p>
        </p:txBody>
      </p:sp>
      <p:sp>
        <p:nvSpPr>
          <p:cNvPr id="1048752" name="Text 15"/>
          <p:cNvSpPr/>
          <p:nvPr/>
        </p:nvSpPr>
        <p:spPr>
          <a:xfrm>
            <a:off x="4846320" y="3703320"/>
            <a:ext cx="3931920" cy="320040"/>
          </a:xfrm>
          <a:prstGeom prst="rect">
            <a:avLst/>
          </a:prstGeom>
          <a:noFill/>
        </p:spPr>
        <p:txBody>
          <a:bodyPr wrap="square" rtlCol="0" anchor="ctr"/>
          <a:lstStyle/>
          <a:p>
            <a:pPr marL="0" indent="0" algn="ctr">
              <a:buNone/>
            </a:pPr>
            <a:r>
              <a:rPr lang="en-US" sz="1000" i="1">
                <a:solidFill>
                  <a:srgbClr val="607D8B"/>
                </a:solidFill>
                <a:latin typeface="Calibri" panose="020F0502020204030204" pitchFamily="34" charset="0"/>
                <a:ea typeface="Calibri" panose="020F0502020204030204" pitchFamily="34" charset="-122"/>
                <a:cs typeface="Calibri" panose="020F0502020204030204" pitchFamily="34" charset="-120"/>
              </a:rPr>
              <a:t>[Future ideas &amp; roadmap]</a:t>
            </a:r>
            <a:endParaRPr lang="en-US" sz="100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98765" y="743434"/>
            <a:ext cx="3657600" cy="2941598"/>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756" name="Shape 0"/>
          <p:cNvSpPr/>
          <p:nvPr/>
        </p:nvSpPr>
        <p:spPr>
          <a:xfrm>
            <a:off x="0" y="0"/>
            <a:ext cx="9144000" cy="502920"/>
          </a:xfrm>
          <a:prstGeom prst="rect">
            <a:avLst/>
          </a:prstGeom>
          <a:solidFill>
            <a:srgbClr val="1B3A8A"/>
          </a:solidFill>
        </p:spPr>
      </p:sp>
      <p:sp>
        <p:nvSpPr>
          <p:cNvPr id="1048757" name="Text 1"/>
          <p:cNvSpPr/>
          <p:nvPr/>
        </p:nvSpPr>
        <p:spPr>
          <a:xfrm>
            <a:off x="6305973" y="45720"/>
            <a:ext cx="2746587" cy="411480"/>
          </a:xfrm>
          <a:prstGeom prst="rect">
            <a:avLst/>
          </a:prstGeom>
          <a:noFill/>
        </p:spPr>
        <p:txBody>
          <a:bodyPr wrap="square" rtlCol="0" anchor="ctr"/>
          <a:lstStyle/>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edunet</a:t>
            </a:r>
            <a:endParaRPr lang="en-US" sz="800"/>
          </a:p>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foundation</a:t>
            </a:r>
            <a:endParaRPr lang="en-US" sz="800"/>
          </a:p>
        </p:txBody>
      </p:sp>
      <p:sp>
        <p:nvSpPr>
          <p:cNvPr id="1048758" name="Text 2"/>
          <p:cNvSpPr/>
          <p:nvPr/>
        </p:nvSpPr>
        <p:spPr>
          <a:xfrm>
            <a:off x="914400" y="1371600"/>
            <a:ext cx="7315200" cy="1463040"/>
          </a:xfrm>
          <a:prstGeom prst="rect">
            <a:avLst/>
          </a:prstGeom>
          <a:noFill/>
        </p:spPr>
        <p:txBody>
          <a:bodyPr wrap="square" rtlCol="0" anchor="ctr"/>
          <a:lstStyle/>
          <a:p>
            <a:pPr marL="0" indent="0" algn="ctr">
              <a:buNone/>
            </a:pPr>
            <a:r>
              <a:rPr lang="en-US" sz="7200" b="1" dirty="0">
                <a:solidFill>
                  <a:srgbClr val="1B3A8A"/>
                </a:solidFill>
                <a:latin typeface="Kunstler Script" panose="030304020206070D0D06" pitchFamily="66" charset="0"/>
                <a:ea typeface="Calibri" panose="020F0502020204030204" pitchFamily="34" charset="-122"/>
                <a:cs typeface="Calibri" panose="020F0502020204030204" pitchFamily="34" charset="-120"/>
              </a:rPr>
              <a:t>Thank You</a:t>
            </a:r>
            <a:endParaRPr lang="en-US" sz="7200" dirty="0">
              <a:latin typeface="Kunstler Script" panose="030304020206070D0D06" pitchFamily="66" charset="0"/>
            </a:endParaRPr>
          </a:p>
        </p:txBody>
      </p:sp>
      <p:sp>
        <p:nvSpPr>
          <p:cNvPr id="1048759" name="Text 3"/>
          <p:cNvSpPr/>
          <p:nvPr/>
        </p:nvSpPr>
        <p:spPr>
          <a:xfrm>
            <a:off x="914400" y="3017520"/>
            <a:ext cx="7315200" cy="411480"/>
          </a:xfrm>
          <a:prstGeom prst="rect">
            <a:avLst/>
          </a:prstGeom>
          <a:noFill/>
        </p:spPr>
        <p:txBody>
          <a:bodyPr wrap="square" rtlCol="0" anchor="ctr"/>
          <a:lstStyle/>
          <a:p>
            <a:pPr marL="0" indent="0" algn="ctr">
              <a:buNone/>
            </a:pPr>
            <a:r>
              <a:rPr lang="en-US" sz="1400" kern="0" spc="200">
                <a:solidFill>
                  <a:srgbClr val="1565C0"/>
                </a:solidFill>
                <a:latin typeface="Calibri" panose="020F0502020204030204" pitchFamily="34" charset="0"/>
                <a:ea typeface="Calibri" panose="020F0502020204030204" pitchFamily="34" charset="-122"/>
                <a:cs typeface="Calibri" panose="020F0502020204030204" pitchFamily="34" charset="-120"/>
              </a:rPr>
              <a:t>AICW Fellowship  |  Student Project Presentation 2026</a:t>
            </a:r>
            <a:endParaRPr lang="en-US" sz="1400"/>
          </a:p>
        </p:txBody>
      </p:sp>
      <p:sp>
        <p:nvSpPr>
          <p:cNvPr id="1048760" name="Text 4"/>
          <p:cNvSpPr/>
          <p:nvPr/>
        </p:nvSpPr>
        <p:spPr>
          <a:xfrm>
            <a:off x="914400" y="3566160"/>
            <a:ext cx="7315200" cy="320040"/>
          </a:xfrm>
          <a:prstGeom prst="rect">
            <a:avLst/>
          </a:prstGeom>
          <a:noFill/>
        </p:spPr>
        <p:txBody>
          <a:bodyPr wrap="square" lIns="91440" tIns="45720" rIns="91440" bIns="45720" rtlCol="0" anchor="ctr"/>
          <a:lstStyle/>
          <a:p>
            <a:pPr marL="0" indent="0" algn="ctr">
              <a:buNone/>
            </a:pPr>
            <a:r>
              <a:rPr lang="en-US" sz="1100">
                <a:solidFill>
                  <a:srgbClr val="607D8B"/>
                </a:solidFill>
                <a:latin typeface="Calibri" panose="020F0502020204030204"/>
                <a:ea typeface="Calibri" panose="020F0502020204030204"/>
                <a:cs typeface="Calibri" panose="020F0502020204030204"/>
              </a:rPr>
              <a:t>  LinkedIn  |   Edunet Foundation</a:t>
            </a:r>
            <a:endParaRPr lang="en-US" sz="1100"/>
          </a:p>
        </p:txBody>
      </p:sp>
      <p:sp>
        <p:nvSpPr>
          <p:cNvPr id="1048761" name="Shape 5"/>
          <p:cNvSpPr/>
          <p:nvPr/>
        </p:nvSpPr>
        <p:spPr>
          <a:xfrm>
            <a:off x="0" y="4983480"/>
            <a:ext cx="9144000" cy="160020"/>
          </a:xfrm>
          <a:prstGeom prst="rect">
            <a:avLst/>
          </a:prstGeom>
          <a:solidFill>
            <a:srgbClr val="1B3A8A"/>
          </a:solidFill>
        </p:spPr>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73.6,&quot;left&quot;:21.6,&quot;top&quot;:86.4,&quot;width&quot;:684}"/>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73.6,&quot;left&quot;:21.6,&quot;top&quot;:86.4,&quot;width&quot;:684}"/>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73.6,&quot;left&quot;:21.6,&quot;top&quot;:86.4,&quot;width&quot;:684}"/>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73.6,&quot;left&quot;:21.6,&quot;top&quot;:86.4,&quot;width&quot;:684}"/>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73.6,&quot;left&quot;:21.6,&quot;top&quot;:86.4,&quot;width&quot;:684}"/>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73.6,&quot;left&quot;:21.6,&quot;top&quot;:86.4,&quot;width&quot;:684}"/>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73.6,&quot;left&quot;:21.6,&quot;top&quot;:86.4,&quot;width&quot;:684}"/>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73.6,&quot;left&quot;:21.6,&quot;top&quot;:86.4,&quot;width&quot;:684}"/>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73.6,&quot;left&quot;:21.6,&quot;top&quot;:86.4,&quot;width&quot;:684}"/>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73.6,&quot;left&quot;:21.6,&quot;top&quot;:86.4,&quot;width&quot;:684}"/>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73.6,&quot;left&quot;:21.6,&quot;top&quot;:86.4,&quot;width&quot;:684}"/>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73.6,&quot;left&quot;:21.6,&quot;top&quot;:86.4,&quot;width&quot;:684}"/>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73.6,&quot;left&quot;:21.6,&quot;top&quot;:86.4,&quot;width&quot;:684}"/>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73.6,&quot;left&quot;:21.6,&quot;top&quot;:86.4,&quot;width&quot;:684}"/>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73.6,&quot;left&quot;:21.6,&quot;top&quot;:86.4,&quot;width&quot;:684}"/>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73.6,&quot;left&quot;:21.6,&quot;top&quot;:86.4,&quot;width&quot;:684}"/>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52,&quot;left&quot;:21.6,&quot;top&quot;:115.2,&quot;width&quot;:683.28}"/>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52,&quot;left&quot;:21.6,&quot;top&quot;:115.2,&quot;width&quot;:683.28}"/>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52,&quot;left&quot;:21.6,&quot;top&quot;:115.2,&quot;width&quot;:683.28}"/>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52,&quot;left&quot;:21.6,&quot;top&quot;:115.2,&quot;width&quot;:683.28}"/>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52,&quot;left&quot;:21.6,&quot;top&quot;:115.2,&quot;width&quot;:683.28}"/>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52,&quot;left&quot;:21.6,&quot;top&quot;:115.2,&quot;width&quot;:683.28}"/>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52,&quot;left&quot;:21.6,&quot;top&quot;:115.2,&quot;width&quot;:683.28}"/>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52,&quot;left&quot;:21.6,&quot;top&quot;:115.2,&quot;width&quot;:683.2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TotalTime>
  <Words>948</Words>
  <Application>Microsoft Office PowerPoint</Application>
  <PresentationFormat>On-screen Show (16:9)</PresentationFormat>
  <Paragraphs>132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Kunstler Script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creator>PptxGenJS</dc:creator>
  <cp:lastModifiedBy>Windows User</cp:lastModifiedBy>
  <cp:revision>7</cp:revision>
  <dcterms:created xsi:type="dcterms:W3CDTF">2026-02-17T22:17:00Z</dcterms:created>
  <dcterms:modified xsi:type="dcterms:W3CDTF">2026-05-05T10:31:21Z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36355E2BBB954BF99F66CF29193EA4EC_13</vt:lpwstr>
  </property>
  <property fmtid="{D5CDD505-2E9C-101B-9397-08002B2CF9AE}" pid="3" name="KSOProductBuildVer">
    <vt:lpwstr>1033-12.2.0.23196</vt:lpwstr>
  </property>
</Properties>
</file>